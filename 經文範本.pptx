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FF00"/>
              </a:solidFill>
              <a:prstDash val="solid"/>
              <a:round/>
            </a:ln>
          </a:left>
          <a:right>
            <a:ln w="12700" cap="flat">
              <a:solidFill>
                <a:srgbClr val="00FF00"/>
              </a:solidFill>
              <a:prstDash val="solid"/>
              <a:round/>
            </a:ln>
          </a:right>
          <a:top>
            <a:ln w="12700" cap="flat">
              <a:solidFill>
                <a:srgbClr val="00FF00"/>
              </a:solidFill>
              <a:prstDash val="solid"/>
              <a:round/>
            </a:ln>
          </a:top>
          <a:bottom>
            <a:ln w="12700" cap="flat">
              <a:solidFill>
                <a:srgbClr val="00FF00"/>
              </a:solidFill>
              <a:prstDash val="solid"/>
              <a:round/>
            </a:ln>
          </a:bottom>
          <a:insideH>
            <a:ln w="12700" cap="flat">
              <a:solidFill>
                <a:srgbClr val="00FF00"/>
              </a:solidFill>
              <a:prstDash val="solid"/>
              <a:round/>
            </a:ln>
          </a:insideH>
          <a:insideV>
            <a:ln w="12700" cap="flat">
              <a:solidFill>
                <a:srgbClr val="00FF00"/>
              </a:solidFill>
              <a:prstDash val="solid"/>
              <a:round/>
            </a:ln>
          </a:insideV>
        </a:tcBdr>
        <a:fill>
          <a:solidFill>
            <a:srgbClr val="FBF1EF"/>
          </a:solidFill>
        </a:fill>
      </a:tcStyle>
    </a:wholeTbl>
    <a:band2H>
      <a:tcTxStyle b="def" i="def"/>
      <a:tcStyle>
        <a:tcBdr/>
        <a:fill>
          <a:solidFill>
            <a:srgbClr val="FDF8F7"/>
          </a:solidFill>
        </a:fill>
      </a:tcStyle>
    </a:band2H>
    <a:firstCol>
      <a:tcTxStyle b="on" i="off">
        <a:fontRef idx="minor">
          <a:srgbClr val="00FF00"/>
        </a:fontRef>
        <a:srgbClr val="00FF00"/>
      </a:tcTxStyle>
      <a:tcStyle>
        <a:tcBdr>
          <a:left>
            <a:ln w="12700" cap="flat">
              <a:solidFill>
                <a:srgbClr val="00FF00"/>
              </a:solidFill>
              <a:prstDash val="solid"/>
              <a:round/>
            </a:ln>
          </a:left>
          <a:right>
            <a:ln w="12700" cap="flat">
              <a:solidFill>
                <a:srgbClr val="00FF00"/>
              </a:solidFill>
              <a:prstDash val="solid"/>
              <a:round/>
            </a:ln>
          </a:right>
          <a:top>
            <a:ln w="12700" cap="flat">
              <a:solidFill>
                <a:srgbClr val="00FF00"/>
              </a:solidFill>
              <a:prstDash val="solid"/>
              <a:round/>
            </a:ln>
          </a:top>
          <a:bottom>
            <a:ln w="12700" cap="flat">
              <a:solidFill>
                <a:srgbClr val="00FF00"/>
              </a:solidFill>
              <a:prstDash val="solid"/>
              <a:round/>
            </a:ln>
          </a:bottom>
          <a:insideH>
            <a:ln w="12700" cap="flat">
              <a:solidFill>
                <a:srgbClr val="00FF00"/>
              </a:solidFill>
              <a:prstDash val="solid"/>
              <a:round/>
            </a:ln>
          </a:insideH>
          <a:insideV>
            <a:ln w="12700" cap="flat">
              <a:solidFill>
                <a:srgbClr val="00FF00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FF00"/>
        </a:fontRef>
        <a:srgbClr val="00FF00"/>
      </a:tcTxStyle>
      <a:tcStyle>
        <a:tcBdr>
          <a:left>
            <a:ln w="12700" cap="flat">
              <a:solidFill>
                <a:srgbClr val="00FF00"/>
              </a:solidFill>
              <a:prstDash val="solid"/>
              <a:round/>
            </a:ln>
          </a:left>
          <a:right>
            <a:ln w="12700" cap="flat">
              <a:solidFill>
                <a:srgbClr val="00FF00"/>
              </a:solidFill>
              <a:prstDash val="solid"/>
              <a:round/>
            </a:ln>
          </a:right>
          <a:top>
            <a:ln w="38100" cap="flat">
              <a:solidFill>
                <a:srgbClr val="00FF00"/>
              </a:solidFill>
              <a:prstDash val="solid"/>
              <a:round/>
            </a:ln>
          </a:top>
          <a:bottom>
            <a:ln w="12700" cap="flat">
              <a:solidFill>
                <a:srgbClr val="00FF00"/>
              </a:solidFill>
              <a:prstDash val="solid"/>
              <a:round/>
            </a:ln>
          </a:bottom>
          <a:insideH>
            <a:ln w="12700" cap="flat">
              <a:solidFill>
                <a:srgbClr val="00FF00"/>
              </a:solidFill>
              <a:prstDash val="solid"/>
              <a:round/>
            </a:ln>
          </a:insideH>
          <a:insideV>
            <a:ln w="12700" cap="flat">
              <a:solidFill>
                <a:srgbClr val="00FF00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00FF00"/>
        </a:fontRef>
        <a:srgbClr val="00FF00"/>
      </a:tcTxStyle>
      <a:tcStyle>
        <a:tcBdr>
          <a:left>
            <a:ln w="12700" cap="flat">
              <a:solidFill>
                <a:srgbClr val="00FF00"/>
              </a:solidFill>
              <a:prstDash val="solid"/>
              <a:round/>
            </a:ln>
          </a:left>
          <a:right>
            <a:ln w="12700" cap="flat">
              <a:solidFill>
                <a:srgbClr val="00FF00"/>
              </a:solidFill>
              <a:prstDash val="solid"/>
              <a:round/>
            </a:ln>
          </a:right>
          <a:top>
            <a:ln w="12700" cap="flat">
              <a:solidFill>
                <a:srgbClr val="00FF00"/>
              </a:solidFill>
              <a:prstDash val="solid"/>
              <a:round/>
            </a:ln>
          </a:top>
          <a:bottom>
            <a:ln w="38100" cap="flat">
              <a:solidFill>
                <a:srgbClr val="00FF00"/>
              </a:solidFill>
              <a:prstDash val="solid"/>
              <a:round/>
            </a:ln>
          </a:bottom>
          <a:insideH>
            <a:ln w="12700" cap="flat">
              <a:solidFill>
                <a:srgbClr val="00FF00"/>
              </a:solidFill>
              <a:prstDash val="solid"/>
              <a:round/>
            </a:ln>
          </a:insideH>
          <a:insideV>
            <a:ln w="12700" cap="flat">
              <a:solidFill>
                <a:srgbClr val="00FF00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FF00"/>
              </a:solidFill>
              <a:prstDash val="solid"/>
              <a:round/>
            </a:ln>
          </a:left>
          <a:right>
            <a:ln w="12700" cap="flat">
              <a:solidFill>
                <a:srgbClr val="00FF00"/>
              </a:solidFill>
              <a:prstDash val="solid"/>
              <a:round/>
            </a:ln>
          </a:right>
          <a:top>
            <a:ln w="12700" cap="flat">
              <a:solidFill>
                <a:srgbClr val="00FF00"/>
              </a:solidFill>
              <a:prstDash val="solid"/>
              <a:round/>
            </a:ln>
          </a:top>
          <a:bottom>
            <a:ln w="12700" cap="flat">
              <a:solidFill>
                <a:srgbClr val="00FF00"/>
              </a:solidFill>
              <a:prstDash val="solid"/>
              <a:round/>
            </a:ln>
          </a:bottom>
          <a:insideH>
            <a:ln w="12700" cap="flat">
              <a:solidFill>
                <a:srgbClr val="00FF00"/>
              </a:solidFill>
              <a:prstDash val="solid"/>
              <a:round/>
            </a:ln>
          </a:insideH>
          <a:insideV>
            <a:ln w="12700" cap="flat">
              <a:solidFill>
                <a:srgbClr val="00FF00"/>
              </a:solidFill>
              <a:prstDash val="solid"/>
              <a:round/>
            </a:ln>
          </a:insideV>
        </a:tcBdr>
        <a:fill>
          <a:solidFill>
            <a:srgbClr val="CDDEEC"/>
          </a:solidFill>
        </a:fill>
      </a:tcStyle>
    </a:wholeTbl>
    <a:band2H>
      <a:tcTxStyle b="def" i="def"/>
      <a:tcStyle>
        <a:tcBdr/>
        <a:fill>
          <a:solidFill>
            <a:srgbClr val="E8EFF6"/>
          </a:solidFill>
        </a:fill>
      </a:tcStyle>
    </a:band2H>
    <a:firstCol>
      <a:tcTxStyle b="on" i="off">
        <a:fontRef idx="minor">
          <a:srgbClr val="00FF00"/>
        </a:fontRef>
        <a:srgbClr val="00FF00"/>
      </a:tcTxStyle>
      <a:tcStyle>
        <a:tcBdr>
          <a:left>
            <a:ln w="12700" cap="flat">
              <a:solidFill>
                <a:srgbClr val="00FF00"/>
              </a:solidFill>
              <a:prstDash val="solid"/>
              <a:round/>
            </a:ln>
          </a:left>
          <a:right>
            <a:ln w="12700" cap="flat">
              <a:solidFill>
                <a:srgbClr val="00FF00"/>
              </a:solidFill>
              <a:prstDash val="solid"/>
              <a:round/>
            </a:ln>
          </a:right>
          <a:top>
            <a:ln w="12700" cap="flat">
              <a:solidFill>
                <a:srgbClr val="00FF00"/>
              </a:solidFill>
              <a:prstDash val="solid"/>
              <a:round/>
            </a:ln>
          </a:top>
          <a:bottom>
            <a:ln w="12700" cap="flat">
              <a:solidFill>
                <a:srgbClr val="00FF00"/>
              </a:solidFill>
              <a:prstDash val="solid"/>
              <a:round/>
            </a:ln>
          </a:bottom>
          <a:insideH>
            <a:ln w="12700" cap="flat">
              <a:solidFill>
                <a:srgbClr val="00FF00"/>
              </a:solidFill>
              <a:prstDash val="solid"/>
              <a:round/>
            </a:ln>
          </a:insideH>
          <a:insideV>
            <a:ln w="12700" cap="flat">
              <a:solidFill>
                <a:srgbClr val="00FF00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00FF00"/>
        </a:fontRef>
        <a:srgbClr val="00FF00"/>
      </a:tcTxStyle>
      <a:tcStyle>
        <a:tcBdr>
          <a:left>
            <a:ln w="12700" cap="flat">
              <a:solidFill>
                <a:srgbClr val="00FF00"/>
              </a:solidFill>
              <a:prstDash val="solid"/>
              <a:round/>
            </a:ln>
          </a:left>
          <a:right>
            <a:ln w="12700" cap="flat">
              <a:solidFill>
                <a:srgbClr val="00FF00"/>
              </a:solidFill>
              <a:prstDash val="solid"/>
              <a:round/>
            </a:ln>
          </a:right>
          <a:top>
            <a:ln w="38100" cap="flat">
              <a:solidFill>
                <a:srgbClr val="00FF00"/>
              </a:solidFill>
              <a:prstDash val="solid"/>
              <a:round/>
            </a:ln>
          </a:top>
          <a:bottom>
            <a:ln w="12700" cap="flat">
              <a:solidFill>
                <a:srgbClr val="00FF00"/>
              </a:solidFill>
              <a:prstDash val="solid"/>
              <a:round/>
            </a:ln>
          </a:bottom>
          <a:insideH>
            <a:ln w="12700" cap="flat">
              <a:solidFill>
                <a:srgbClr val="00FF00"/>
              </a:solidFill>
              <a:prstDash val="solid"/>
              <a:round/>
            </a:ln>
          </a:insideH>
          <a:insideV>
            <a:ln w="12700" cap="flat">
              <a:solidFill>
                <a:srgbClr val="00FF00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00FF00"/>
        </a:fontRef>
        <a:srgbClr val="00FF00"/>
      </a:tcTxStyle>
      <a:tcStyle>
        <a:tcBdr>
          <a:left>
            <a:ln w="12700" cap="flat">
              <a:solidFill>
                <a:srgbClr val="00FF00"/>
              </a:solidFill>
              <a:prstDash val="solid"/>
              <a:round/>
            </a:ln>
          </a:left>
          <a:right>
            <a:ln w="12700" cap="flat">
              <a:solidFill>
                <a:srgbClr val="00FF00"/>
              </a:solidFill>
              <a:prstDash val="solid"/>
              <a:round/>
            </a:ln>
          </a:right>
          <a:top>
            <a:ln w="12700" cap="flat">
              <a:solidFill>
                <a:srgbClr val="00FF00"/>
              </a:solidFill>
              <a:prstDash val="solid"/>
              <a:round/>
            </a:ln>
          </a:top>
          <a:bottom>
            <a:ln w="38100" cap="flat">
              <a:solidFill>
                <a:srgbClr val="00FF00"/>
              </a:solidFill>
              <a:prstDash val="solid"/>
              <a:round/>
            </a:ln>
          </a:bottom>
          <a:insideH>
            <a:ln w="12700" cap="flat">
              <a:solidFill>
                <a:srgbClr val="00FF00"/>
              </a:solidFill>
              <a:prstDash val="solid"/>
              <a:round/>
            </a:ln>
          </a:insideH>
          <a:insideV>
            <a:ln w="12700" cap="flat">
              <a:solidFill>
                <a:srgbClr val="00FF00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FF00"/>
              </a:solidFill>
              <a:prstDash val="solid"/>
              <a:round/>
            </a:ln>
          </a:left>
          <a:right>
            <a:ln w="12700" cap="flat">
              <a:solidFill>
                <a:srgbClr val="00FF00"/>
              </a:solidFill>
              <a:prstDash val="solid"/>
              <a:round/>
            </a:ln>
          </a:right>
          <a:top>
            <a:ln w="12700" cap="flat">
              <a:solidFill>
                <a:srgbClr val="00FF00"/>
              </a:solidFill>
              <a:prstDash val="solid"/>
              <a:round/>
            </a:ln>
          </a:top>
          <a:bottom>
            <a:ln w="12700" cap="flat">
              <a:solidFill>
                <a:srgbClr val="00FF00"/>
              </a:solidFill>
              <a:prstDash val="solid"/>
              <a:round/>
            </a:ln>
          </a:bottom>
          <a:insideH>
            <a:ln w="12700" cap="flat">
              <a:solidFill>
                <a:srgbClr val="00FF00"/>
              </a:solidFill>
              <a:prstDash val="solid"/>
              <a:round/>
            </a:ln>
          </a:insideH>
          <a:insideV>
            <a:ln w="12700" cap="flat">
              <a:solidFill>
                <a:srgbClr val="00FF00"/>
              </a:solidFill>
              <a:prstDash val="solid"/>
              <a:round/>
            </a:ln>
          </a:insideV>
        </a:tcBdr>
        <a:fill>
          <a:solidFill>
            <a:srgbClr val="EFDACC"/>
          </a:solidFill>
        </a:fill>
      </a:tcStyle>
    </a:wholeTbl>
    <a:band2H>
      <a:tcTxStyle b="def" i="def"/>
      <a:tcStyle>
        <a:tcBdr/>
        <a:fill>
          <a:solidFill>
            <a:srgbClr val="F7EDE7"/>
          </a:solidFill>
        </a:fill>
      </a:tcStyle>
    </a:band2H>
    <a:firstCol>
      <a:tcTxStyle b="on" i="off">
        <a:fontRef idx="minor">
          <a:srgbClr val="00FF00"/>
        </a:fontRef>
        <a:srgbClr val="00FF00"/>
      </a:tcTxStyle>
      <a:tcStyle>
        <a:tcBdr>
          <a:left>
            <a:ln w="12700" cap="flat">
              <a:solidFill>
                <a:srgbClr val="00FF00"/>
              </a:solidFill>
              <a:prstDash val="solid"/>
              <a:round/>
            </a:ln>
          </a:left>
          <a:right>
            <a:ln w="12700" cap="flat">
              <a:solidFill>
                <a:srgbClr val="00FF00"/>
              </a:solidFill>
              <a:prstDash val="solid"/>
              <a:round/>
            </a:ln>
          </a:right>
          <a:top>
            <a:ln w="12700" cap="flat">
              <a:solidFill>
                <a:srgbClr val="00FF00"/>
              </a:solidFill>
              <a:prstDash val="solid"/>
              <a:round/>
            </a:ln>
          </a:top>
          <a:bottom>
            <a:ln w="12700" cap="flat">
              <a:solidFill>
                <a:srgbClr val="00FF00"/>
              </a:solidFill>
              <a:prstDash val="solid"/>
              <a:round/>
            </a:ln>
          </a:bottom>
          <a:insideH>
            <a:ln w="12700" cap="flat">
              <a:solidFill>
                <a:srgbClr val="00FF00"/>
              </a:solidFill>
              <a:prstDash val="solid"/>
              <a:round/>
            </a:ln>
          </a:insideH>
          <a:insideV>
            <a:ln w="12700" cap="flat">
              <a:solidFill>
                <a:srgbClr val="00FF00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00FF00"/>
        </a:fontRef>
        <a:srgbClr val="00FF00"/>
      </a:tcTxStyle>
      <a:tcStyle>
        <a:tcBdr>
          <a:left>
            <a:ln w="12700" cap="flat">
              <a:solidFill>
                <a:srgbClr val="00FF00"/>
              </a:solidFill>
              <a:prstDash val="solid"/>
              <a:round/>
            </a:ln>
          </a:left>
          <a:right>
            <a:ln w="12700" cap="flat">
              <a:solidFill>
                <a:srgbClr val="00FF00"/>
              </a:solidFill>
              <a:prstDash val="solid"/>
              <a:round/>
            </a:ln>
          </a:right>
          <a:top>
            <a:ln w="38100" cap="flat">
              <a:solidFill>
                <a:srgbClr val="00FF00"/>
              </a:solidFill>
              <a:prstDash val="solid"/>
              <a:round/>
            </a:ln>
          </a:top>
          <a:bottom>
            <a:ln w="12700" cap="flat">
              <a:solidFill>
                <a:srgbClr val="00FF00"/>
              </a:solidFill>
              <a:prstDash val="solid"/>
              <a:round/>
            </a:ln>
          </a:bottom>
          <a:insideH>
            <a:ln w="12700" cap="flat">
              <a:solidFill>
                <a:srgbClr val="00FF00"/>
              </a:solidFill>
              <a:prstDash val="solid"/>
              <a:round/>
            </a:ln>
          </a:insideH>
          <a:insideV>
            <a:ln w="12700" cap="flat">
              <a:solidFill>
                <a:srgbClr val="00FF00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00FF00"/>
        </a:fontRef>
        <a:srgbClr val="00FF00"/>
      </a:tcTxStyle>
      <a:tcStyle>
        <a:tcBdr>
          <a:left>
            <a:ln w="12700" cap="flat">
              <a:solidFill>
                <a:srgbClr val="00FF00"/>
              </a:solidFill>
              <a:prstDash val="solid"/>
              <a:round/>
            </a:ln>
          </a:left>
          <a:right>
            <a:ln w="12700" cap="flat">
              <a:solidFill>
                <a:srgbClr val="00FF00"/>
              </a:solidFill>
              <a:prstDash val="solid"/>
              <a:round/>
            </a:ln>
          </a:right>
          <a:top>
            <a:ln w="12700" cap="flat">
              <a:solidFill>
                <a:srgbClr val="00FF00"/>
              </a:solidFill>
              <a:prstDash val="solid"/>
              <a:round/>
            </a:ln>
          </a:top>
          <a:bottom>
            <a:ln w="38100" cap="flat">
              <a:solidFill>
                <a:srgbClr val="00FF00"/>
              </a:solidFill>
              <a:prstDash val="solid"/>
              <a:round/>
            </a:ln>
          </a:bottom>
          <a:insideH>
            <a:ln w="12700" cap="flat">
              <a:solidFill>
                <a:srgbClr val="00FF00"/>
              </a:solidFill>
              <a:prstDash val="solid"/>
              <a:round/>
            </a:ln>
          </a:insideH>
          <a:insideV>
            <a:ln w="12700" cap="flat">
              <a:solidFill>
                <a:srgbClr val="00FF00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00FF00"/>
          </a:solidFill>
        </a:fill>
      </a:tcStyle>
    </a:band2H>
    <a:firstCol>
      <a:tcTxStyle b="on" i="off">
        <a:fontRef idx="minor">
          <a:srgbClr val="00FF00"/>
        </a:fontRef>
        <a:srgbClr val="00FF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0FF00"/>
          </a:solidFill>
        </a:fill>
      </a:tcStyle>
    </a:lastRow>
    <a:firstRow>
      <a:tcTxStyle b="on" i="off">
        <a:fontRef idx="minor">
          <a:srgbClr val="00FF00"/>
        </a:fontRef>
        <a:srgbClr val="00FF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FF00"/>
              </a:solidFill>
              <a:prstDash val="solid"/>
              <a:round/>
            </a:ln>
          </a:left>
          <a:right>
            <a:ln w="12700" cap="flat">
              <a:solidFill>
                <a:srgbClr val="00FF00"/>
              </a:solidFill>
              <a:prstDash val="solid"/>
              <a:round/>
            </a:ln>
          </a:right>
          <a:top>
            <a:ln w="12700" cap="flat">
              <a:solidFill>
                <a:srgbClr val="00FF00"/>
              </a:solidFill>
              <a:prstDash val="solid"/>
              <a:round/>
            </a:ln>
          </a:top>
          <a:bottom>
            <a:ln w="12700" cap="flat">
              <a:solidFill>
                <a:srgbClr val="00FF00"/>
              </a:solidFill>
              <a:prstDash val="solid"/>
              <a:round/>
            </a:ln>
          </a:bottom>
          <a:insideH>
            <a:ln w="12700" cap="flat">
              <a:solidFill>
                <a:srgbClr val="00FF00"/>
              </a:solidFill>
              <a:prstDash val="solid"/>
              <a:round/>
            </a:ln>
          </a:insideH>
          <a:insideV>
            <a:ln w="12700" cap="flat">
              <a:solidFill>
                <a:srgbClr val="00FF00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00FF00"/>
        </a:fontRef>
        <a:srgbClr val="00FF00"/>
      </a:tcTxStyle>
      <a:tcStyle>
        <a:tcBdr>
          <a:left>
            <a:ln w="12700" cap="flat">
              <a:solidFill>
                <a:srgbClr val="00FF00"/>
              </a:solidFill>
              <a:prstDash val="solid"/>
              <a:round/>
            </a:ln>
          </a:left>
          <a:right>
            <a:ln w="12700" cap="flat">
              <a:solidFill>
                <a:srgbClr val="00FF00"/>
              </a:solidFill>
              <a:prstDash val="solid"/>
              <a:round/>
            </a:ln>
          </a:right>
          <a:top>
            <a:ln w="12700" cap="flat">
              <a:solidFill>
                <a:srgbClr val="00FF00"/>
              </a:solidFill>
              <a:prstDash val="solid"/>
              <a:round/>
            </a:ln>
          </a:top>
          <a:bottom>
            <a:ln w="12700" cap="flat">
              <a:solidFill>
                <a:srgbClr val="00FF00"/>
              </a:solidFill>
              <a:prstDash val="solid"/>
              <a:round/>
            </a:ln>
          </a:bottom>
          <a:insideH>
            <a:ln w="12700" cap="flat">
              <a:solidFill>
                <a:srgbClr val="00FF00"/>
              </a:solidFill>
              <a:prstDash val="solid"/>
              <a:round/>
            </a:ln>
          </a:insideH>
          <a:insideV>
            <a:ln w="12700" cap="flat">
              <a:solidFill>
                <a:srgbClr val="00FF00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00FF00"/>
        </a:fontRef>
        <a:srgbClr val="00FF00"/>
      </a:tcTxStyle>
      <a:tcStyle>
        <a:tcBdr>
          <a:left>
            <a:ln w="12700" cap="flat">
              <a:solidFill>
                <a:srgbClr val="00FF00"/>
              </a:solidFill>
              <a:prstDash val="solid"/>
              <a:round/>
            </a:ln>
          </a:left>
          <a:right>
            <a:ln w="12700" cap="flat">
              <a:solidFill>
                <a:srgbClr val="00FF00"/>
              </a:solidFill>
              <a:prstDash val="solid"/>
              <a:round/>
            </a:ln>
          </a:right>
          <a:top>
            <a:ln w="38100" cap="flat">
              <a:solidFill>
                <a:srgbClr val="00FF00"/>
              </a:solidFill>
              <a:prstDash val="solid"/>
              <a:round/>
            </a:ln>
          </a:top>
          <a:bottom>
            <a:ln w="12700" cap="flat">
              <a:solidFill>
                <a:srgbClr val="00FF00"/>
              </a:solidFill>
              <a:prstDash val="solid"/>
              <a:round/>
            </a:ln>
          </a:bottom>
          <a:insideH>
            <a:ln w="12700" cap="flat">
              <a:solidFill>
                <a:srgbClr val="00FF00"/>
              </a:solidFill>
              <a:prstDash val="solid"/>
              <a:round/>
            </a:ln>
          </a:insideH>
          <a:insideV>
            <a:ln w="12700" cap="flat">
              <a:solidFill>
                <a:srgbClr val="00FF00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00FF00"/>
        </a:fontRef>
        <a:srgbClr val="00FF00"/>
      </a:tcTxStyle>
      <a:tcStyle>
        <a:tcBdr>
          <a:left>
            <a:ln w="12700" cap="flat">
              <a:solidFill>
                <a:srgbClr val="00FF00"/>
              </a:solidFill>
              <a:prstDash val="solid"/>
              <a:round/>
            </a:ln>
          </a:left>
          <a:right>
            <a:ln w="12700" cap="flat">
              <a:solidFill>
                <a:srgbClr val="00FF00"/>
              </a:solidFill>
              <a:prstDash val="solid"/>
              <a:round/>
            </a:ln>
          </a:right>
          <a:top>
            <a:ln w="12700" cap="flat">
              <a:solidFill>
                <a:srgbClr val="00FF00"/>
              </a:solidFill>
              <a:prstDash val="solid"/>
              <a:round/>
            </a:ln>
          </a:top>
          <a:bottom>
            <a:ln w="38100" cap="flat">
              <a:solidFill>
                <a:srgbClr val="00FF00"/>
              </a:solidFill>
              <a:prstDash val="solid"/>
              <a:round/>
            </a:ln>
          </a:bottom>
          <a:insideH>
            <a:ln w="12700" cap="flat">
              <a:solidFill>
                <a:srgbClr val="00FF00"/>
              </a:solidFill>
              <a:prstDash val="solid"/>
              <a:round/>
            </a:ln>
          </a:insideH>
          <a:insideV>
            <a:ln w="12700" cap="flat">
              <a:solidFill>
                <a:srgbClr val="00FF00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6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8" name="Shape 6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j-lt"/>
        <a:ea typeface="+mj-ea"/>
        <a:cs typeface="+mj-cs"/>
        <a:sym typeface="Arial"/>
      </a:defRPr>
    </a:lvl1pPr>
    <a:lvl2pPr indent="228600" latinLnBrk="0">
      <a:defRPr sz="1400">
        <a:latin typeface="+mj-lt"/>
        <a:ea typeface="+mj-ea"/>
        <a:cs typeface="+mj-cs"/>
        <a:sym typeface="Arial"/>
      </a:defRPr>
    </a:lvl2pPr>
    <a:lvl3pPr indent="457200" latinLnBrk="0">
      <a:defRPr sz="1400">
        <a:latin typeface="+mj-lt"/>
        <a:ea typeface="+mj-ea"/>
        <a:cs typeface="+mj-cs"/>
        <a:sym typeface="Arial"/>
      </a:defRPr>
    </a:lvl3pPr>
    <a:lvl4pPr indent="685800" latinLnBrk="0">
      <a:defRPr sz="1400">
        <a:latin typeface="+mj-lt"/>
        <a:ea typeface="+mj-ea"/>
        <a:cs typeface="+mj-cs"/>
        <a:sym typeface="Arial"/>
      </a:defRPr>
    </a:lvl4pPr>
    <a:lvl5pPr indent="914400" latinLnBrk="0">
      <a:defRPr sz="1400">
        <a:latin typeface="+mj-lt"/>
        <a:ea typeface="+mj-ea"/>
        <a:cs typeface="+mj-cs"/>
        <a:sym typeface="Arial"/>
      </a:defRPr>
    </a:lvl5pPr>
    <a:lvl6pPr indent="1143000" latinLnBrk="0">
      <a:defRPr sz="1400">
        <a:latin typeface="+mj-lt"/>
        <a:ea typeface="+mj-ea"/>
        <a:cs typeface="+mj-cs"/>
        <a:sym typeface="Arial"/>
      </a:defRPr>
    </a:lvl6pPr>
    <a:lvl7pPr indent="1371600" latinLnBrk="0">
      <a:defRPr sz="1400">
        <a:latin typeface="+mj-lt"/>
        <a:ea typeface="+mj-ea"/>
        <a:cs typeface="+mj-cs"/>
        <a:sym typeface="Arial"/>
      </a:defRPr>
    </a:lvl7pPr>
    <a:lvl8pPr indent="1600200" latinLnBrk="0">
      <a:defRPr sz="1400">
        <a:latin typeface="+mj-lt"/>
        <a:ea typeface="+mj-ea"/>
        <a:cs typeface="+mj-cs"/>
        <a:sym typeface="Arial"/>
      </a:defRPr>
    </a:lvl8pPr>
    <a:lvl9pPr indent="1828800" latinLnBrk="0">
      <a:defRPr sz="14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標題及文字">
    <p:bg>
      <p:bgPr>
        <a:solidFill>
          <a:srgbClr val="00FF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大標題文字"/>
          <p:cNvSpPr txBox="1"/>
          <p:nvPr>
            <p:ph type="title"/>
          </p:nvPr>
        </p:nvSpPr>
        <p:spPr>
          <a:xfrm>
            <a:off x="0" y="264714"/>
            <a:ext cx="12192000" cy="3164286"/>
          </a:xfrm>
          <a:prstGeom prst="rect">
            <a:avLst/>
          </a:prstGeom>
        </p:spPr>
        <p:txBody>
          <a:bodyPr anchor="t"/>
          <a:lstStyle>
            <a:lvl1pPr algn="ctr">
              <a:lnSpc>
                <a:spcPct val="100000"/>
              </a:lnSpc>
              <a:defRPr sz="6600">
                <a:solidFill>
                  <a:srgbClr val="FFFF00"/>
                </a:solidFill>
              </a:defRPr>
            </a:lvl1pPr>
          </a:lstStyle>
          <a:p>
            <a:pPr/>
            <a:r>
              <a:t>大標題文字</a:t>
            </a:r>
          </a:p>
        </p:txBody>
      </p:sp>
      <p:sp>
        <p:nvSpPr>
          <p:cNvPr id="12" name="內文層級一…"/>
          <p:cNvSpPr txBox="1"/>
          <p:nvPr>
            <p:ph type="body" sz="quarter" idx="1"/>
          </p:nvPr>
        </p:nvSpPr>
        <p:spPr>
          <a:xfrm>
            <a:off x="0" y="0"/>
            <a:ext cx="3000001" cy="3000001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spcBef>
                <a:spcPts val="1000"/>
              </a:spcBef>
              <a:defRPr sz="100">
                <a:solidFill>
                  <a:srgbClr val="FFE389"/>
                </a:solidFill>
              </a:defRPr>
            </a:lvl1pPr>
            <a:lvl2pPr marL="549275" indent="-15875" algn="ctr">
              <a:lnSpc>
                <a:spcPct val="90000"/>
              </a:lnSpc>
              <a:spcBef>
                <a:spcPts val="1000"/>
              </a:spcBef>
              <a:buSzPts val="100"/>
              <a:buChar char="•"/>
              <a:defRPr sz="100">
                <a:solidFill>
                  <a:srgbClr val="FFE389"/>
                </a:solidFill>
              </a:defRPr>
            </a:lvl2pPr>
            <a:lvl3pPr marL="1033780" indent="-17780" algn="ctr">
              <a:lnSpc>
                <a:spcPct val="90000"/>
              </a:lnSpc>
              <a:spcBef>
                <a:spcPts val="1000"/>
              </a:spcBef>
              <a:buSzPts val="100"/>
              <a:buChar char="•"/>
              <a:defRPr sz="100">
                <a:solidFill>
                  <a:srgbClr val="FFE389"/>
                </a:solidFill>
              </a:defRPr>
            </a:lvl3pPr>
            <a:lvl4pPr marL="1504950" indent="-19050" algn="ctr">
              <a:lnSpc>
                <a:spcPct val="90000"/>
              </a:lnSpc>
              <a:spcBef>
                <a:spcPts val="1000"/>
              </a:spcBef>
              <a:buSzPts val="100"/>
              <a:buChar char="•"/>
              <a:defRPr sz="100">
                <a:solidFill>
                  <a:srgbClr val="FFE389"/>
                </a:solidFill>
              </a:defRPr>
            </a:lvl4pPr>
            <a:lvl5pPr marL="1962150" indent="-19050" algn="ctr">
              <a:lnSpc>
                <a:spcPct val="90000"/>
              </a:lnSpc>
              <a:spcBef>
                <a:spcPts val="1000"/>
              </a:spcBef>
              <a:buSzPts val="100"/>
              <a:buChar char="•"/>
              <a:defRPr sz="100">
                <a:solidFill>
                  <a:srgbClr val="FFE389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13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標題投影片">
    <p:bg>
      <p:bgPr>
        <a:solidFill>
          <a:srgbClr val="00FF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內文層級一…"/>
          <p:cNvSpPr txBox="1"/>
          <p:nvPr>
            <p:ph type="body" sz="half" idx="1"/>
          </p:nvPr>
        </p:nvSpPr>
        <p:spPr>
          <a:xfrm>
            <a:off x="839416" y="277629"/>
            <a:ext cx="11189136" cy="2647315"/>
          </a:xfrm>
          <a:prstGeom prst="rect">
            <a:avLst/>
          </a:prstGeom>
        </p:spPr>
        <p:txBody>
          <a:bodyPr/>
          <a:lstStyle>
            <a:lvl1pPr indent="0" algn="ctr">
              <a:defRPr sz="4800">
                <a:solidFill>
                  <a:srgbClr val="FFFFFF"/>
                </a:solidFill>
              </a:defRPr>
            </a:lvl1pPr>
            <a:lvl2pPr indent="0" algn="ctr">
              <a:defRPr sz="4800">
                <a:solidFill>
                  <a:srgbClr val="FFFFFF"/>
                </a:solidFill>
              </a:defRPr>
            </a:lvl2pPr>
            <a:lvl3pPr indent="0" algn="ctr">
              <a:defRPr sz="4800">
                <a:solidFill>
                  <a:srgbClr val="FFFFFF"/>
                </a:solidFill>
              </a:defRPr>
            </a:lvl3pPr>
            <a:lvl4pPr indent="0" algn="ctr">
              <a:defRPr sz="4800">
                <a:solidFill>
                  <a:srgbClr val="FFFFFF"/>
                </a:solidFill>
              </a:defRPr>
            </a:lvl4pPr>
            <a:lvl5pPr indent="0" algn="ctr">
              <a:defRPr sz="4800">
                <a:solidFill>
                  <a:srgbClr val="FFFFFF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21" name="大標題文字"/>
          <p:cNvSpPr txBox="1"/>
          <p:nvPr>
            <p:ph type="title"/>
          </p:nvPr>
        </p:nvSpPr>
        <p:spPr>
          <a:xfrm>
            <a:off x="2999656" y="1988840"/>
            <a:ext cx="9090746" cy="936106"/>
          </a:xfrm>
          <a:prstGeom prst="rect">
            <a:avLst/>
          </a:prstGeom>
        </p:spPr>
        <p:txBody>
          <a:bodyPr/>
          <a:lstStyle>
            <a:lvl1pPr algn="r">
              <a:lnSpc>
                <a:spcPct val="133333"/>
              </a:lnSpc>
              <a:defRPr sz="4800">
                <a:solidFill>
                  <a:srgbClr val="FFFF00"/>
                </a:solidFill>
              </a:defRPr>
            </a:lvl1pPr>
          </a:lstStyle>
          <a:p>
            <a:pPr/>
            <a:r>
              <a:t>大標題文字</a:t>
            </a:r>
          </a:p>
        </p:txBody>
      </p:sp>
      <p:sp>
        <p:nvSpPr>
          <p:cNvPr id="22" name="Google Shape;17;p3"/>
          <p:cNvSpPr txBox="1"/>
          <p:nvPr>
            <p:ph type="body" sz="quarter" idx="21"/>
          </p:nvPr>
        </p:nvSpPr>
        <p:spPr>
          <a:xfrm>
            <a:off x="8071" y="277629"/>
            <a:ext cx="1047370" cy="2647315"/>
          </a:xfrm>
          <a:prstGeom prst="rect">
            <a:avLst/>
          </a:prstGeom>
        </p:spPr>
        <p:txBody>
          <a:bodyPr/>
          <a:lstStyle/>
          <a:p>
            <a:pPr indent="0">
              <a:defRPr b="0" sz="1400">
                <a:solidFill>
                  <a:srgbClr val="000000"/>
                </a:solidFill>
              </a:defRPr>
            </a:pPr>
          </a:p>
        </p:txBody>
      </p:sp>
      <p:sp>
        <p:nvSpPr>
          <p:cNvPr id="23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1_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大標題文字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大標題文字</a:t>
            </a:r>
          </a:p>
        </p:txBody>
      </p:sp>
      <p:sp>
        <p:nvSpPr>
          <p:cNvPr id="31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內文層級一…"/>
          <p:cNvSpPr txBox="1"/>
          <p:nvPr>
            <p:ph type="body" sz="quarter" idx="1"/>
          </p:nvPr>
        </p:nvSpPr>
        <p:spPr>
          <a:xfrm>
            <a:off x="191344" y="1124744"/>
            <a:ext cx="1091664" cy="1910970"/>
          </a:xfrm>
          <a:prstGeom prst="rect">
            <a:avLst/>
          </a:prstGeom>
        </p:spPr>
        <p:txBody>
          <a:bodyPr/>
          <a:lstStyle>
            <a:lvl1pPr algn="ctr">
              <a:defRPr baseline="30000">
                <a:solidFill>
                  <a:srgbClr val="FFFF00"/>
                </a:solidFill>
              </a:defRPr>
            </a:lvl1pPr>
            <a:lvl2pPr algn="ctr">
              <a:defRPr baseline="30000">
                <a:solidFill>
                  <a:srgbClr val="FFFF00"/>
                </a:solidFill>
              </a:defRPr>
            </a:lvl2pPr>
            <a:lvl3pPr algn="ctr">
              <a:defRPr baseline="30000">
                <a:solidFill>
                  <a:srgbClr val="FFFF00"/>
                </a:solidFill>
              </a:defRPr>
            </a:lvl3pPr>
            <a:lvl4pPr algn="ctr">
              <a:defRPr baseline="30000">
                <a:solidFill>
                  <a:srgbClr val="FFFF00"/>
                </a:solidFill>
              </a:defRPr>
            </a:lvl4pPr>
            <a:lvl5pPr algn="ctr">
              <a:defRPr baseline="30000">
                <a:solidFill>
                  <a:srgbClr val="FFFF00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39" name="大標題文字"/>
          <p:cNvSpPr txBox="1"/>
          <p:nvPr>
            <p:ph type="title"/>
          </p:nvPr>
        </p:nvSpPr>
        <p:spPr>
          <a:xfrm>
            <a:off x="191344" y="-1693"/>
            <a:ext cx="11593288" cy="937981"/>
          </a:xfrm>
          <a:prstGeom prst="rect">
            <a:avLst/>
          </a:prstGeom>
        </p:spPr>
        <p:txBody>
          <a:bodyPr anchor="b"/>
          <a:lstStyle>
            <a:lvl1pPr>
              <a:lnSpc>
                <a:spcPct val="100000"/>
              </a:lnSpc>
              <a:defRPr sz="5400">
                <a:solidFill>
                  <a:srgbClr val="FFFF00"/>
                </a:solidFill>
              </a:defRPr>
            </a:lvl1pPr>
          </a:lstStyle>
          <a:p>
            <a:pPr/>
            <a:r>
              <a:t>大標題文字</a:t>
            </a:r>
          </a:p>
        </p:txBody>
      </p:sp>
      <p:sp>
        <p:nvSpPr>
          <p:cNvPr id="40" name="Google Shape;26;p6"/>
          <p:cNvSpPr txBox="1"/>
          <p:nvPr>
            <p:ph type="body" idx="21"/>
          </p:nvPr>
        </p:nvSpPr>
        <p:spPr>
          <a:xfrm>
            <a:off x="1199455" y="936288"/>
            <a:ext cx="10585178" cy="5916032"/>
          </a:xfrm>
          <a:prstGeom prst="rect">
            <a:avLst/>
          </a:prstGeom>
        </p:spPr>
        <p:txBody>
          <a:bodyPr/>
          <a:lstStyle/>
          <a:p>
            <a:pPr indent="0">
              <a:defRPr b="0" sz="1400">
                <a:solidFill>
                  <a:srgbClr val="000000"/>
                </a:solidFill>
              </a:defRPr>
            </a:pPr>
          </a:p>
        </p:txBody>
      </p:sp>
      <p:sp>
        <p:nvSpPr>
          <p:cNvPr id="41" name="Google Shape;27;p6"/>
          <p:cNvSpPr txBox="1"/>
          <p:nvPr>
            <p:ph type="body" sz="quarter" idx="22"/>
          </p:nvPr>
        </p:nvSpPr>
        <p:spPr>
          <a:xfrm>
            <a:off x="983432" y="6079949"/>
            <a:ext cx="7416825" cy="733427"/>
          </a:xfrm>
          <a:prstGeom prst="rect">
            <a:avLst/>
          </a:prstGeom>
        </p:spPr>
        <p:txBody>
          <a:bodyPr/>
          <a:lstStyle/>
          <a:p>
            <a:pPr indent="0">
              <a:defRPr b="0" sz="1400">
                <a:solidFill>
                  <a:srgbClr val="000000"/>
                </a:solidFill>
              </a:defRPr>
            </a:pPr>
          </a:p>
        </p:txBody>
      </p:sp>
      <p:sp>
        <p:nvSpPr>
          <p:cNvPr id="42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50" name="內文層級一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51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大標題文字"/>
          <p:cNvSpPr txBox="1"/>
          <p:nvPr>
            <p:ph type="title"/>
          </p:nvPr>
        </p:nvSpPr>
        <p:spPr>
          <a:xfrm>
            <a:off x="623391" y="548679"/>
            <a:ext cx="10945218" cy="2952330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sz="8800">
                <a:solidFill>
                  <a:srgbClr val="FFFFFF"/>
                </a:solidFill>
              </a:defRPr>
            </a:lvl1pPr>
          </a:lstStyle>
          <a:p>
            <a:pPr/>
            <a:r>
              <a:t>大標題文字</a:t>
            </a:r>
          </a:p>
        </p:txBody>
      </p:sp>
      <p:sp>
        <p:nvSpPr>
          <p:cNvPr id="59" name="內文層級一…"/>
          <p:cNvSpPr txBox="1"/>
          <p:nvPr>
            <p:ph type="body" sz="half" idx="1"/>
          </p:nvPr>
        </p:nvSpPr>
        <p:spPr>
          <a:xfrm>
            <a:off x="2999656" y="3861046"/>
            <a:ext cx="7884370" cy="2852739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sz="4000">
                <a:solidFill>
                  <a:srgbClr val="FFFFFF"/>
                </a:solidFill>
              </a:defRPr>
            </a:lvl1pPr>
            <a:lvl2pPr>
              <a:lnSpc>
                <a:spcPct val="110000"/>
              </a:lnSpc>
              <a:defRPr sz="4000">
                <a:solidFill>
                  <a:srgbClr val="FFFFFF"/>
                </a:solidFill>
              </a:defRPr>
            </a:lvl2pPr>
            <a:lvl3pPr>
              <a:lnSpc>
                <a:spcPct val="110000"/>
              </a:lnSpc>
              <a:defRPr sz="4000">
                <a:solidFill>
                  <a:srgbClr val="FFFFFF"/>
                </a:solidFill>
              </a:defRPr>
            </a:lvl3pPr>
            <a:lvl4pPr>
              <a:lnSpc>
                <a:spcPct val="110000"/>
              </a:lnSpc>
              <a:defRPr sz="4000">
                <a:solidFill>
                  <a:srgbClr val="FFFFFF"/>
                </a:solidFill>
              </a:defRPr>
            </a:lvl4pPr>
            <a:lvl5pPr>
              <a:lnSpc>
                <a:spcPct val="110000"/>
              </a:lnSpc>
              <a:defRPr sz="4000">
                <a:solidFill>
                  <a:srgbClr val="FFFFFF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60" name="Google Shape;34;p8"/>
          <p:cNvSpPr txBox="1"/>
          <p:nvPr/>
        </p:nvSpPr>
        <p:spPr>
          <a:xfrm>
            <a:off x="1389196" y="3861046"/>
            <a:ext cx="1492728" cy="31495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lnSpc>
                <a:spcPct val="110000"/>
              </a:lnSpc>
              <a:defRPr b="1" sz="4000">
                <a:solidFill>
                  <a:srgbClr val="FFFFFF"/>
                </a:solidFill>
                <a:latin typeface="+mj-lt"/>
                <a:ea typeface="+mj-ea"/>
                <a:cs typeface="+mj-cs"/>
                <a:sym typeface="Arial"/>
              </a:defRPr>
            </a:pPr>
            <a:r>
              <a:t>講員：</a:t>
            </a:r>
          </a:p>
          <a:p>
            <a:pPr>
              <a:lnSpc>
                <a:spcPct val="110000"/>
              </a:lnSpc>
              <a:defRPr b="1" sz="4000">
                <a:solidFill>
                  <a:srgbClr val="FFFFFF"/>
                </a:solidFill>
                <a:latin typeface="+mj-lt"/>
                <a:ea typeface="+mj-ea"/>
                <a:cs typeface="+mj-cs"/>
                <a:sym typeface="Arial"/>
              </a:defRPr>
            </a:pPr>
            <a:r>
              <a:t>經文：</a:t>
            </a:r>
          </a:p>
        </p:txBody>
      </p:sp>
      <p:sp>
        <p:nvSpPr>
          <p:cNvPr id="61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大標題文字"/>
          <p:cNvSpPr txBox="1"/>
          <p:nvPr>
            <p:ph type="title"/>
          </p:nvPr>
        </p:nvSpPr>
        <p:spPr>
          <a:xfrm>
            <a:off x="479376" y="44625"/>
            <a:ext cx="11233248" cy="864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normAutofit fontScale="100000" lnSpcReduction="0"/>
          </a:bodyPr>
          <a:lstStyle/>
          <a:p>
            <a:pPr/>
            <a:r>
              <a:t>大標題文字</a:t>
            </a:r>
          </a:p>
        </p:txBody>
      </p:sp>
      <p:sp>
        <p:nvSpPr>
          <p:cNvPr id="3" name="內文層級一…"/>
          <p:cNvSpPr txBox="1"/>
          <p:nvPr>
            <p:ph type="body" idx="1"/>
          </p:nvPr>
        </p:nvSpPr>
        <p:spPr>
          <a:xfrm>
            <a:off x="479376" y="908720"/>
            <a:ext cx="11233248" cy="59492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" name="幻燈片編號"/>
          <p:cNvSpPr txBox="1"/>
          <p:nvPr>
            <p:ph type="sldNum" sz="quarter" idx="2"/>
          </p:nvPr>
        </p:nvSpPr>
        <p:spPr>
          <a:xfrm>
            <a:off x="8463946" y="6224224"/>
            <a:ext cx="273654" cy="264253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latin typeface="+mj-lt"/>
                <a:ea typeface="+mj-ea"/>
                <a:cs typeface="+mj-cs"/>
                <a:sym typeface="Arial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6000" u="none">
          <a:solidFill>
            <a:srgbClr val="FF6161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6000" u="none">
          <a:solidFill>
            <a:srgbClr val="FF6161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6000" u="none">
          <a:solidFill>
            <a:srgbClr val="FF6161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6000" u="none">
          <a:solidFill>
            <a:srgbClr val="FF6161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6000" u="none">
          <a:solidFill>
            <a:srgbClr val="FF6161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6000" u="none">
          <a:solidFill>
            <a:srgbClr val="FF6161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6000" u="none">
          <a:solidFill>
            <a:srgbClr val="FF6161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6000" u="none">
          <a:solidFill>
            <a:srgbClr val="FF6161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6000" u="none">
          <a:solidFill>
            <a:srgbClr val="FF6161"/>
          </a:solidFill>
          <a:uFillTx/>
          <a:latin typeface="+mj-lt"/>
          <a:ea typeface="+mj-ea"/>
          <a:cs typeface="+mj-cs"/>
          <a:sym typeface="Arial"/>
        </a:defRPr>
      </a:lvl9pPr>
    </p:titleStyle>
    <p:bodyStyle>
      <a:lvl1pPr marL="0" marR="0" indent="228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2CC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228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2CC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228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2CC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228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2CC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228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2CC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2CC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2CC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2CC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2CC"/>
          </a:solidFill>
          <a:uFillTx/>
          <a:latin typeface="+mj-lt"/>
          <a:ea typeface="+mj-ea"/>
          <a:cs typeface="+mj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40;p9"/>
          <p:cNvSpPr txBox="1"/>
          <p:nvPr>
            <p:ph type="body" sz="quarter" idx="1"/>
          </p:nvPr>
        </p:nvSpPr>
        <p:spPr>
          <a:xfrm>
            <a:off x="191344" y="1124744"/>
            <a:ext cx="1091664" cy="1910970"/>
          </a:xfrm>
          <a:prstGeom prst="rect">
            <a:avLst/>
          </a:prstGeom>
        </p:spPr>
        <p:txBody>
          <a:bodyPr/>
          <a:lstStyle>
            <a:lvl1pPr indent="0">
              <a:defRPr b="0"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71" name="Google Shape;41;p9"/>
          <p:cNvSpPr txBox="1"/>
          <p:nvPr>
            <p:ph type="title"/>
          </p:nvPr>
        </p:nvSpPr>
        <p:spPr>
          <a:xfrm>
            <a:off x="191342" y="-1691"/>
            <a:ext cx="11593292" cy="937979"/>
          </a:xfrm>
          <a:prstGeom prst="rect">
            <a:avLst/>
          </a:prstGeom>
        </p:spPr>
        <p:txBody>
          <a:bodyPr/>
          <a:lstStyle>
            <a:lvl1pPr defTabSz="813816">
              <a:defRPr>
                <a:latin typeface="DFYuan-Bd-HK-BF"/>
                <a:ea typeface="DFYuan-Bd-HK-BF"/>
                <a:cs typeface="DFYuan-Bd-HK-BF"/>
                <a:sym typeface="DFYuan-Bd-HK-BF"/>
              </a:defRPr>
            </a:lvl1pPr>
          </a:lstStyle>
          <a:p>
            <a:pPr/>
            <a:r>
              <a:t>撒母耳記下 9:8</a:t>
            </a:r>
          </a:p>
        </p:txBody>
      </p:sp>
      <p:sp>
        <p:nvSpPr>
          <p:cNvPr id="72" name="Google Shape;42;p9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 indent="0">
              <a:defRPr>
                <a:solidFill>
                  <a:srgbClr val="FFFFFF"/>
                </a:solidFill>
                <a:latin typeface="DFYuan-Bd-HK-BF"/>
                <a:ea typeface="DFYuan-Bd-HK-BF"/>
                <a:cs typeface="DFYuan-Bd-HK-BF"/>
                <a:sym typeface="DFYuan-Bd-HK-BF"/>
              </a:defRPr>
            </a:lvl1pPr>
          </a:lstStyle>
          <a:p>
            <a:pPr/>
            <a:r>
              <a:t>大衛就撕裂衣服，跟隨他的人也是如此，</a:t>
            </a:r>
          </a:p>
        </p:txBody>
      </p:sp>
      <p:sp>
        <p:nvSpPr>
          <p:cNvPr id="73" name="Google Shape;43;p9"/>
          <p:cNvSpPr txBox="1"/>
          <p:nvPr>
            <p:ph type="body" idx="2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 indent="0" defTabSz="832103">
              <a:defRPr sz="3600">
                <a:solidFill>
                  <a:srgbClr val="FBE4D4"/>
                </a:solidFill>
                <a:latin typeface="DFYuan-Bd-HK-BF"/>
                <a:ea typeface="DFYuan-Bd-HK-BF"/>
                <a:cs typeface="DFYuan-Bd-HK-BF"/>
                <a:sym typeface="DFYuan-Bd-HK-BF"/>
              </a:defRPr>
            </a:lvl1pPr>
          </a:lstStyle>
          <a:p>
            <a:pPr/>
            <a:r>
              <a:t>(和合本修訂版RCUV)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佈景主題1">
  <a:themeElements>
    <a:clrScheme name="佈景主題1">
      <a:dk1>
        <a:srgbClr val="000000"/>
      </a:dk1>
      <a:lt1>
        <a:srgbClr val="00FF00"/>
      </a:lt1>
      <a:dk2>
        <a:srgbClr val="A7A7A7"/>
      </a:dk2>
      <a:lt2>
        <a:srgbClr val="535353"/>
      </a:lt2>
      <a:accent1>
        <a:srgbClr val="F5D9D3"/>
      </a:accent1>
      <a:accent2>
        <a:srgbClr val="F6E8D5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000FF"/>
      </a:hlink>
      <a:folHlink>
        <a:srgbClr val="FF00FF"/>
      </a:folHlink>
    </a:clrScheme>
    <a:fontScheme name="佈景主題1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佈景主題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FF00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佈景主題1">
  <a:themeElements>
    <a:clrScheme name="佈景主題1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5D9D3"/>
      </a:accent1>
      <a:accent2>
        <a:srgbClr val="F6E8D5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000FF"/>
      </a:hlink>
      <a:folHlink>
        <a:srgbClr val="FF00FF"/>
      </a:folHlink>
    </a:clrScheme>
    <a:fontScheme name="佈景主題1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佈景主題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FF00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