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F1EF"/>
          </a:solidFill>
        </a:fill>
      </a:tcStyle>
    </a:wholeTbl>
    <a:band2H>
      <a:tcTxStyle/>
      <a:tcStyle>
        <a:tcBdr/>
        <a:fill>
          <a:solidFill>
            <a:srgbClr val="FDF8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EEC"/>
          </a:solidFill>
        </a:fill>
      </a:tcStyle>
    </a:wholeTbl>
    <a:band2H>
      <a:tcTxStyle/>
      <a:tcStyle>
        <a:tcBdr/>
        <a:fill>
          <a:solidFill>
            <a:srgbClr val="E8EFF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DACC"/>
          </a:solidFill>
        </a:fill>
      </a:tcStyle>
    </a:wholeTbl>
    <a:band2H>
      <a:tcTxStyle/>
      <a:tcStyle>
        <a:tcBdr/>
        <a:fill>
          <a:solidFill>
            <a:srgbClr val="F7ED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>
            <a:spLocks noGrp="1"/>
          </p:cNvSpPr>
          <p:nvPr>
            <p:ph type="title"/>
          </p:nvPr>
        </p:nvSpPr>
        <p:spPr>
          <a:xfrm>
            <a:off x="0" y="264714"/>
            <a:ext cx="12192000" cy="3164286"/>
          </a:xfrm>
          <a:prstGeom prst="rect">
            <a:avLst/>
          </a:prstGeom>
        </p:spPr>
        <p:txBody>
          <a:bodyPr anchor="t"/>
          <a:lstStyle>
            <a:lvl1pPr algn="ctr">
              <a:defRPr sz="6600">
                <a:solidFill>
                  <a:srgbClr val="FFFF00"/>
                </a:solidFill>
              </a:defRPr>
            </a:lvl1pPr>
          </a:lstStyle>
          <a:p>
            <a:r>
              <a:t>大標題文字</a:t>
            </a:r>
          </a:p>
        </p:txBody>
      </p:sp>
      <p:sp>
        <p:nvSpPr>
          <p:cNvPr id="1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3000001" cy="3000001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marL="228600" algn="ctr">
              <a:lnSpc>
                <a:spcPct val="90000"/>
              </a:lnSpc>
              <a:spcBef>
                <a:spcPts val="1000"/>
              </a:spcBef>
              <a:defRPr sz="100" b="1">
                <a:solidFill>
                  <a:srgbClr val="FFE389"/>
                </a:solidFill>
              </a:defRPr>
            </a:lvl1pPr>
            <a:lvl2pPr marL="549275" indent="-15875" algn="ctr">
              <a:lnSpc>
                <a:spcPct val="90000"/>
              </a:lnSpc>
              <a:spcBef>
                <a:spcPts val="1000"/>
              </a:spcBef>
              <a:buSzPts val="100"/>
              <a:buChar char="•"/>
              <a:defRPr sz="100" b="1">
                <a:solidFill>
                  <a:srgbClr val="FFE389"/>
                </a:solidFill>
              </a:defRPr>
            </a:lvl2pPr>
            <a:lvl3pPr marL="1033780" indent="-17780" algn="ctr">
              <a:lnSpc>
                <a:spcPct val="90000"/>
              </a:lnSpc>
              <a:spcBef>
                <a:spcPts val="1000"/>
              </a:spcBef>
              <a:buSzPts val="100"/>
              <a:buChar char="•"/>
              <a:defRPr sz="100" b="1">
                <a:solidFill>
                  <a:srgbClr val="FFE389"/>
                </a:solidFill>
              </a:defRPr>
            </a:lvl3pPr>
            <a:lvl4pPr marL="1504950" indent="-19050" algn="ctr">
              <a:lnSpc>
                <a:spcPct val="90000"/>
              </a:lnSpc>
              <a:spcBef>
                <a:spcPts val="1000"/>
              </a:spcBef>
              <a:buSzPts val="100"/>
              <a:buChar char="•"/>
              <a:defRPr sz="100" b="1">
                <a:solidFill>
                  <a:srgbClr val="FFE389"/>
                </a:solidFill>
              </a:defRPr>
            </a:lvl4pPr>
            <a:lvl5pPr marL="1962150" indent="-19050" algn="ctr">
              <a:lnSpc>
                <a:spcPct val="90000"/>
              </a:lnSpc>
              <a:spcBef>
                <a:spcPts val="1000"/>
              </a:spcBef>
              <a:buSzPts val="100"/>
              <a:buChar char="•"/>
              <a:defRPr sz="100" b="1">
                <a:solidFill>
                  <a:srgbClr val="FFE389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投影片"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839416" y="277629"/>
            <a:ext cx="11189136" cy="2647315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algn="ctr">
              <a:defRPr sz="4800" b="1">
                <a:solidFill>
                  <a:srgbClr val="FFFFFF"/>
                </a:solidFill>
              </a:defRPr>
            </a:lvl1pPr>
            <a:lvl2pPr algn="ctr">
              <a:defRPr sz="4800" b="1">
                <a:solidFill>
                  <a:srgbClr val="FFFFFF"/>
                </a:solidFill>
              </a:defRPr>
            </a:lvl2pPr>
            <a:lvl3pPr algn="ctr">
              <a:defRPr sz="4800" b="1">
                <a:solidFill>
                  <a:srgbClr val="FFFFFF"/>
                </a:solidFill>
              </a:defRPr>
            </a:lvl3pPr>
            <a:lvl4pPr algn="ctr">
              <a:defRPr sz="4800" b="1">
                <a:solidFill>
                  <a:srgbClr val="FFFFFF"/>
                </a:solidFill>
              </a:defRPr>
            </a:lvl4pPr>
            <a:lvl5pPr algn="ctr">
              <a:defRPr sz="4800" b="1">
                <a:solidFill>
                  <a:srgbClr val="FFFFFF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1" name="大標題文字"/>
          <p:cNvSpPr txBox="1">
            <a:spLocks noGrp="1"/>
          </p:cNvSpPr>
          <p:nvPr>
            <p:ph type="title"/>
          </p:nvPr>
        </p:nvSpPr>
        <p:spPr>
          <a:xfrm>
            <a:off x="2999656" y="1988840"/>
            <a:ext cx="9090745" cy="936105"/>
          </a:xfrm>
          <a:prstGeom prst="rect">
            <a:avLst/>
          </a:prstGeom>
        </p:spPr>
        <p:txBody>
          <a:bodyPr/>
          <a:lstStyle>
            <a:lvl1pPr algn="r">
              <a:lnSpc>
                <a:spcPct val="133333"/>
              </a:lnSpc>
              <a:defRPr sz="4800">
                <a:solidFill>
                  <a:srgbClr val="FFFF00"/>
                </a:solidFill>
              </a:defRPr>
            </a:lvl1pPr>
          </a:lstStyle>
          <a:p>
            <a:r>
              <a:t>大標題文字</a:t>
            </a:r>
          </a:p>
        </p:txBody>
      </p:sp>
      <p:sp>
        <p:nvSpPr>
          <p:cNvPr id="22" name="Google Shape;17;p3"/>
          <p:cNvSpPr txBox="1">
            <a:spLocks noGrp="1"/>
          </p:cNvSpPr>
          <p:nvPr>
            <p:ph type="body" sz="quarter" idx="21"/>
          </p:nvPr>
        </p:nvSpPr>
        <p:spPr>
          <a:xfrm>
            <a:off x="8071" y="277629"/>
            <a:ext cx="1047370" cy="2647315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marL="228600" algn="ctr">
              <a:defRPr sz="3200" b="1">
                <a:solidFill>
                  <a:srgbClr val="FFFF00"/>
                </a:solidFill>
              </a:defRPr>
            </a:pPr>
            <a:endParaRPr/>
          </a:p>
        </p:txBody>
      </p:sp>
      <p:sp>
        <p:nvSpPr>
          <p:cNvPr id="2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3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91344" y="1124744"/>
            <a:ext cx="1091664" cy="1910969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marL="228600" algn="ctr">
              <a:defRPr sz="5400" b="1" baseline="30000">
                <a:solidFill>
                  <a:srgbClr val="FFFF00"/>
                </a:solidFill>
              </a:defRPr>
            </a:lvl1pPr>
            <a:lvl2pPr marL="228600" indent="457200" algn="ctr">
              <a:defRPr sz="5400" b="1" baseline="30000">
                <a:solidFill>
                  <a:srgbClr val="FFFF00"/>
                </a:solidFill>
              </a:defRPr>
            </a:lvl2pPr>
            <a:lvl3pPr marL="228600" indent="914400" algn="ctr">
              <a:defRPr sz="5400" b="1" baseline="30000">
                <a:solidFill>
                  <a:srgbClr val="FFFF00"/>
                </a:solidFill>
              </a:defRPr>
            </a:lvl3pPr>
            <a:lvl4pPr marL="228600" indent="1371600" algn="ctr">
              <a:defRPr sz="5400" b="1" baseline="30000">
                <a:solidFill>
                  <a:srgbClr val="FFFF00"/>
                </a:solidFill>
              </a:defRPr>
            </a:lvl4pPr>
            <a:lvl5pPr marL="228600" indent="1828800" algn="ctr">
              <a:defRPr sz="5400" b="1" baseline="30000">
                <a:solidFill>
                  <a:srgbClr val="FFFF00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9" name="大標題文字"/>
          <p:cNvSpPr txBox="1">
            <a:spLocks noGrp="1"/>
          </p:cNvSpPr>
          <p:nvPr>
            <p:ph type="title"/>
          </p:nvPr>
        </p:nvSpPr>
        <p:spPr>
          <a:xfrm>
            <a:off x="191344" y="-1692"/>
            <a:ext cx="11593288" cy="937980"/>
          </a:xfrm>
          <a:prstGeom prst="rect">
            <a:avLst/>
          </a:prstGeom>
        </p:spPr>
        <p:txBody>
          <a:bodyPr anchor="b"/>
          <a:lstStyle>
            <a:lvl1pPr>
              <a:defRPr sz="5400">
                <a:solidFill>
                  <a:srgbClr val="FFFF00"/>
                </a:solidFill>
              </a:defRPr>
            </a:lvl1pPr>
          </a:lstStyle>
          <a:p>
            <a:r>
              <a:t>大標題文字</a:t>
            </a:r>
          </a:p>
        </p:txBody>
      </p:sp>
      <p:sp>
        <p:nvSpPr>
          <p:cNvPr id="40" name="Google Shape;26;p6"/>
          <p:cNvSpPr txBox="1">
            <a:spLocks noGrp="1"/>
          </p:cNvSpPr>
          <p:nvPr>
            <p:ph type="body" idx="21"/>
          </p:nvPr>
        </p:nvSpPr>
        <p:spPr>
          <a:xfrm>
            <a:off x="1199455" y="936288"/>
            <a:ext cx="10585178" cy="5916032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marL="228600">
              <a:defRPr sz="5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Google Shape;27;p6"/>
          <p:cNvSpPr txBox="1">
            <a:spLocks noGrp="1"/>
          </p:cNvSpPr>
          <p:nvPr>
            <p:ph type="body" sz="quarter" idx="22"/>
          </p:nvPr>
        </p:nvSpPr>
        <p:spPr>
          <a:xfrm>
            <a:off x="983432" y="6079950"/>
            <a:ext cx="7416825" cy="733426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marL="228600">
              <a:defRPr sz="4000" b="1">
                <a:solidFill>
                  <a:srgbClr val="FBE4D4"/>
                </a:solidFill>
              </a:defRPr>
            </a:pPr>
            <a:endParaRPr/>
          </a:p>
        </p:txBody>
      </p:sp>
      <p:sp>
        <p:nvSpPr>
          <p:cNvPr id="4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大標題文字"/>
          <p:cNvSpPr txBox="1">
            <a:spLocks noGrp="1"/>
          </p:cNvSpPr>
          <p:nvPr>
            <p:ph type="title"/>
          </p:nvPr>
        </p:nvSpPr>
        <p:spPr>
          <a:xfrm>
            <a:off x="479376" y="44625"/>
            <a:ext cx="11233248" cy="864096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>
                <a:solidFill>
                  <a:srgbClr val="FF6161"/>
                </a:solidFill>
              </a:defRPr>
            </a:lvl1pPr>
          </a:lstStyle>
          <a:p>
            <a:r>
              <a:t>大標題文字</a:t>
            </a:r>
          </a:p>
        </p:txBody>
      </p:sp>
      <p:sp>
        <p:nvSpPr>
          <p:cNvPr id="50" name="內文層級一…"/>
          <p:cNvSpPr txBox="1">
            <a:spLocks noGrp="1"/>
          </p:cNvSpPr>
          <p:nvPr>
            <p:ph type="body" idx="1"/>
          </p:nvPr>
        </p:nvSpPr>
        <p:spPr>
          <a:xfrm>
            <a:off x="479376" y="908720"/>
            <a:ext cx="11233248" cy="5949280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marL="228600">
              <a:defRPr sz="5400" b="1">
                <a:solidFill>
                  <a:srgbClr val="FFF2CC"/>
                </a:solidFill>
              </a:defRPr>
            </a:lvl1pPr>
            <a:lvl2pPr marL="228600" indent="457200">
              <a:defRPr sz="5400" b="1">
                <a:solidFill>
                  <a:srgbClr val="FFF2CC"/>
                </a:solidFill>
              </a:defRPr>
            </a:lvl2pPr>
            <a:lvl3pPr marL="228600" indent="914400">
              <a:defRPr sz="5400" b="1">
                <a:solidFill>
                  <a:srgbClr val="FFF2CC"/>
                </a:solidFill>
              </a:defRPr>
            </a:lvl3pPr>
            <a:lvl4pPr marL="228600" indent="1371600">
              <a:defRPr sz="5400" b="1">
                <a:solidFill>
                  <a:srgbClr val="FFF2CC"/>
                </a:solidFill>
              </a:defRPr>
            </a:lvl4pPr>
            <a:lvl5pPr marL="228600" indent="1828800">
              <a:defRPr sz="5400" b="1">
                <a:solidFill>
                  <a:srgbClr val="FFF2CC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大標題文字"/>
          <p:cNvSpPr txBox="1">
            <a:spLocks noGrp="1"/>
          </p:cNvSpPr>
          <p:nvPr>
            <p:ph type="title"/>
          </p:nvPr>
        </p:nvSpPr>
        <p:spPr>
          <a:xfrm>
            <a:off x="623391" y="548679"/>
            <a:ext cx="10945217" cy="2952329"/>
          </a:xfrm>
          <a:prstGeom prst="rect">
            <a:avLst/>
          </a:prstGeom>
        </p:spPr>
        <p:txBody>
          <a:bodyPr/>
          <a:lstStyle>
            <a:lvl1pPr algn="ctr">
              <a:defRPr sz="8800"/>
            </a:lvl1pPr>
          </a:lstStyle>
          <a:p>
            <a:r>
              <a:t>大標題文字</a:t>
            </a:r>
          </a:p>
        </p:txBody>
      </p:sp>
      <p:sp>
        <p:nvSpPr>
          <p:cNvPr id="59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2999656" y="3861046"/>
            <a:ext cx="7884369" cy="2852738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marL="228600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lvl1pPr>
            <a:lvl2pPr marL="228600" indent="457200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lvl2pPr>
            <a:lvl3pPr marL="228600" indent="914400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lvl3pPr>
            <a:lvl4pPr marL="228600" indent="1371600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lvl4pPr>
            <a:lvl5pPr marL="228600" indent="1828800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0" name="Google Shape;34;p8"/>
          <p:cNvSpPr txBox="1"/>
          <p:nvPr/>
        </p:nvSpPr>
        <p:spPr>
          <a:xfrm>
            <a:off x="1389196" y="3861047"/>
            <a:ext cx="1492727" cy="314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講員：</a:t>
            </a:r>
          </a:p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經文：</a:t>
            </a:r>
          </a:p>
        </p:txBody>
      </p:sp>
      <p:sp>
        <p:nvSpPr>
          <p:cNvPr id="6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40;p9"/>
          <p:cNvSpPr txBox="1">
            <a:spLocks noGrp="1"/>
          </p:cNvSpPr>
          <p:nvPr>
            <p:ph type="body" sz="quarter" idx="1"/>
          </p:nvPr>
        </p:nvSpPr>
        <p:spPr>
          <a:xfrm>
            <a:off x="191344" y="1124744"/>
            <a:ext cx="1091664" cy="1910969"/>
          </a:xfrm>
          <a:prstGeom prst="rect">
            <a:avLst/>
          </a:prstGeom>
        </p:spPr>
        <p:txBody>
          <a:bodyPr/>
          <a:lstStyle>
            <a:lvl1pPr marL="0"/>
          </a:lstStyle>
          <a:p>
            <a:r>
              <a:rPr dirty="0">
                <a:latin typeface="DFYuanBold-B5" panose="020F0709000000000000" pitchFamily="49" charset="-120"/>
                <a:ea typeface="DFYuanBold-B5" panose="020F0709000000000000" pitchFamily="49" charset="-120"/>
              </a:rPr>
              <a:t>11</a:t>
            </a:r>
          </a:p>
        </p:txBody>
      </p:sp>
      <p:sp>
        <p:nvSpPr>
          <p:cNvPr id="71" name="Google Shape;41;p9"/>
          <p:cNvSpPr txBox="1">
            <a:spLocks noGrp="1"/>
          </p:cNvSpPr>
          <p:nvPr>
            <p:ph type="title"/>
          </p:nvPr>
        </p:nvSpPr>
        <p:spPr>
          <a:xfrm>
            <a:off x="191343" y="-1691"/>
            <a:ext cx="11593290" cy="937979"/>
          </a:xfrm>
          <a:prstGeom prst="rect">
            <a:avLst/>
          </a:prstGeom>
        </p:spPr>
        <p:txBody>
          <a:bodyPr/>
          <a:lstStyle>
            <a:lvl1pPr defTabSz="813816">
              <a:defRPr sz="4806"/>
            </a:lvl1pPr>
          </a:lstStyle>
          <a:p>
            <a:r>
              <a:rPr dirty="0" err="1">
                <a:latin typeface="DFYuanBold-B5" panose="020F0709000000000000" pitchFamily="49" charset="-120"/>
                <a:ea typeface="DFYuanBold-B5" panose="020F0709000000000000" pitchFamily="49" charset="-120"/>
              </a:rPr>
              <a:t>撒母耳記下</a:t>
            </a:r>
            <a:r>
              <a:rPr dirty="0"/>
              <a:t> </a:t>
            </a:r>
            <a:r>
              <a:rPr dirty="0">
                <a:latin typeface="DFYuanBold-B5" panose="020F0709000000000000" pitchFamily="49" charset="-120"/>
                <a:ea typeface="DFYuanBold-B5" panose="020F0709000000000000" pitchFamily="49" charset="-120"/>
              </a:rPr>
              <a:t>1:11-14</a:t>
            </a:r>
          </a:p>
        </p:txBody>
      </p:sp>
      <p:sp>
        <p:nvSpPr>
          <p:cNvPr id="72" name="Google Shape;42;p9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r>
              <a:rPr dirty="0" err="1">
                <a:latin typeface="DFYuanBold-B5" panose="020F0709000000000000" pitchFamily="49" charset="-120"/>
                <a:ea typeface="DFYuanBold-B5" panose="020F0709000000000000" pitchFamily="49" charset="-120"/>
              </a:rPr>
              <a:t>大衛就撕裂衣服，跟隨他的人也是如此</a:t>
            </a:r>
            <a:r>
              <a:rPr dirty="0">
                <a:latin typeface="DFYuanBold-B5" panose="020F0709000000000000" pitchFamily="49" charset="-120"/>
                <a:ea typeface="DFYuanBold-B5" panose="020F0709000000000000" pitchFamily="49" charset="-120"/>
              </a:rPr>
              <a:t>，</a:t>
            </a:r>
          </a:p>
        </p:txBody>
      </p:sp>
      <p:sp>
        <p:nvSpPr>
          <p:cNvPr id="73" name="Google Shape;43;p9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32104">
              <a:defRPr sz="3640" b="1">
                <a:solidFill>
                  <a:srgbClr val="FBE4D4"/>
                </a:solidFill>
              </a:defRPr>
            </a:lvl1pPr>
          </a:lstStyle>
          <a:p>
            <a:r>
              <a:rPr dirty="0">
                <a:latin typeface="DFYuanBold-B5" panose="020F0709000000000000" pitchFamily="49" charset="-120"/>
                <a:ea typeface="DFYuanBold-B5" panose="020F0709000000000000" pitchFamily="49" charset="-120"/>
              </a:rPr>
              <a:t>(</a:t>
            </a:r>
            <a:r>
              <a:rPr dirty="0" err="1">
                <a:latin typeface="DFYuanBold-B5" panose="020F0709000000000000" pitchFamily="49" charset="-120"/>
                <a:ea typeface="DFYuanBold-B5" panose="020F0709000000000000" pitchFamily="49" charset="-120"/>
              </a:rPr>
              <a:t>和合本修訂版RCUV</a:t>
            </a:r>
            <a:r>
              <a:rPr dirty="0">
                <a:latin typeface="DFYuanBold-B5" panose="020F0709000000000000" pitchFamily="49" charset="-120"/>
                <a:ea typeface="DFYuanBold-B5" panose="020F0709000000000000" pitchFamily="49" charset="-120"/>
              </a:rPr>
              <a:t>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佈景主題1">
  <a:themeElements>
    <a:clrScheme name="佈景主題1">
      <a:dk1>
        <a:srgbClr val="000000"/>
      </a:dk1>
      <a:lt1>
        <a:srgbClr val="00FF00"/>
      </a:lt1>
      <a:dk2>
        <a:srgbClr val="A7A7A7"/>
      </a:dk2>
      <a:lt2>
        <a:srgbClr val="535353"/>
      </a:lt2>
      <a:accent1>
        <a:srgbClr val="F5D9D3"/>
      </a:accent1>
      <a:accent2>
        <a:srgbClr val="F6E8D5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000FF"/>
      </a:hlink>
      <a:folHlink>
        <a:srgbClr val="FF00FF"/>
      </a:folHlink>
    </a:clrScheme>
    <a:fontScheme name="佈景主題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佈景主題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佈景主題1">
  <a:themeElements>
    <a:clrScheme name="佈景主題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5D9D3"/>
      </a:accent1>
      <a:accent2>
        <a:srgbClr val="F6E8D5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000FF"/>
      </a:hlink>
      <a:folHlink>
        <a:srgbClr val="FF00FF"/>
      </a:folHlink>
    </a:clrScheme>
    <a:fontScheme name="佈景主題1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佈景主題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DFYuanBold-B5</vt:lpstr>
      <vt:lpstr>Arial</vt:lpstr>
      <vt:lpstr>佈景主題1</vt:lpstr>
      <vt:lpstr>撒母耳記下 1:11-14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李 柏儀</cp:lastModifiedBy>
  <cp:revision>1</cp:revision>
  <dcterms:modified xsi:type="dcterms:W3CDTF">2026-05-31T07:29:32Z</dcterms:modified>
</cp:coreProperties>
</file>