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g"/>
  <Default Extension="png" ContentType="image/png"/>
  <Default Extension="bmp" ContentType="image/bmp"/>
  <Default Extension="gif" ContentType="image/gif"/>
  <Default Extension="tif" ContentType="image/tif"/>
  <Default Extension="pdf" ContentType="application/pdf"/>
  <Default Extension="mov" ContentType="application/movie"/>
  <Default Extension="vml" ContentType="application/vnd.openxmlformats-officedocument.vmlDrawing"/>
  <Default Extension="xlsx" ContentType="application/vnd.openxmlformats-officedocument.spreadsheetml.sheet"/>
  <Override PartName="/docProps/core.xml" ContentType="application/vnd.openxmlformats-package.core-propertie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commentAuthors.xml" ContentType="application/vnd.openxmlformats-officedocument.presentationml.commentAuthors+xml"/>
  <Override PartName="/ppt/tableStyles.xml" ContentType="application/vnd.openxmlformats-officedocument.presentationml.tableStyle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officeDocument" Target="ppt/presentation.xml"/>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ldMasterIdLst>
    <p:sldMasterId id="2147483648" r:id="rId5"/>
  </p:sldMasterIdLst>
  <p:notesMasterIdLst>
    <p:notesMasterId r:id="rId7"/>
  </p:notesMasterIdLst>
  <p:sldIdLst>
    <p:sldId id="256" r:id="rId8"/>
  </p:sldIdLst>
  <p:sldSz cx="12192000" cy="6858000"/>
  <p:notesSz cx="6858000" cy="9144000"/>
  <p:defaultTextStyle>
    <a:defPPr marL="0" marR="0" indent="0" algn="l" defTabSz="914400" rtl="0" fontAlgn="auto" latinLnBrk="1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800" u="none" kumimoji="0" normalizeH="0">
        <a:ln>
          <a:noFill/>
        </a:ln>
        <a:solidFill>
          <a:srgbClr val="000000"/>
        </a:solidFill>
        <a:effectLst/>
        <a:uFillTx/>
      </a:defRPr>
    </a:defPPr>
    <a:lvl1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1pPr>
    <a:lvl2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2pPr>
    <a:lvl3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3pPr>
    <a:lvl4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4pPr>
    <a:lvl5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5pPr>
    <a:lvl6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6pPr>
    <a:lvl7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7pPr>
    <a:lvl8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8pPr>
    <a:lvl9pPr marL="0" marR="0" indent="0" algn="l" defTabSz="914400" rtl="0" fontAlgn="auto" latinLnBrk="0" hangingPunct="0">
      <a:lnSpc>
        <a:spcPct val="100000"/>
      </a:lnSpc>
      <a:spcBef>
        <a:spcPts val="0"/>
      </a:spcBef>
      <a:spcAft>
        <a:spcPts val="0"/>
      </a:spcAft>
      <a:buClrTx/>
      <a:buSzTx/>
      <a:buFontTx/>
      <a:buNone/>
      <a:tabLst/>
      <a:defRPr b="0" baseline="0" cap="none" i="0" spc="0" strike="noStrike" sz="1400" u="none" kumimoji="0" normalizeH="0">
        <a:ln>
          <a:noFill/>
        </a:ln>
        <a:solidFill>
          <a:srgbClr val="000000"/>
        </a:solidFill>
        <a:effectLst/>
        <a:uFillTx/>
        <a:latin typeface="+mj-lt"/>
        <a:ea typeface="+mj-ea"/>
        <a:cs typeface="+mj-cs"/>
        <a:sym typeface="Arial"/>
      </a:defRPr>
    </a:lvl9pPr>
  </p:defaultTextStyle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/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showPr loop="0"/>
</p:presentationPr>
</file>

<file path=ppt/tableStyles.xml><?xml version="1.0" encoding="utf-8"?>
<a:tblStyleLst xmlns:a="http://schemas.openxmlformats.org/drawingml/2006/main" xmlns:r="http://schemas.openxmlformats.org/officeDocument/2006/relationships" def="{5940675A-B579-460E-94D1-54222C63F5DA}">
  <a:tblStyle styleId="{4C3C2611-4C71-4FC5-86AE-919BDF0F9419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FBF1EF"/>
          </a:solidFill>
        </a:fill>
      </a:tcStyle>
    </a:wholeTbl>
    <a:band2H>
      <a:tcTxStyle b="def" i="def"/>
      <a:tcStyle>
        <a:tcBdr/>
        <a:fill>
          <a:solidFill>
            <a:srgbClr val="FDF8F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1"/>
          </a:solidFill>
        </a:fill>
      </a:tcStyle>
    </a:firstRow>
  </a:tblStyle>
  <a:tblStyle styleId="{C7B018BB-80A7-4F77-B60F-C8B233D01FF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DDEEC"/>
          </a:solidFill>
        </a:fill>
      </a:tcStyle>
    </a:wholeTbl>
    <a:band2H>
      <a:tcTxStyle b="def" i="def"/>
      <a:tcStyle>
        <a:tcBdr/>
        <a:fill>
          <a:solidFill>
            <a:srgbClr val="E8EFF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3"/>
          </a:solidFill>
        </a:fill>
      </a:tcStyle>
    </a:firstRow>
  </a:tblStyle>
  <a:tblStyle styleId="{EEE7283C-3CF3-47DC-8721-378D4A62B228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EFDACC"/>
          </a:solidFill>
        </a:fill>
      </a:tcStyle>
    </a:wholeTbl>
    <a:band2H>
      <a:tcTxStyle b="def" i="def"/>
      <a:tcStyle>
        <a:tcBdr/>
        <a:fill>
          <a:solidFill>
            <a:srgbClr val="F7EDE7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chemeClr val="accent6"/>
          </a:solidFill>
        </a:fill>
      </a:tcStyle>
    </a:firstRow>
  </a:tblStyle>
  <a:tblStyle styleId="{CF821DB8-F4EB-4A41-A1BA-3FCAFE7338EE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E6E6E6"/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12700" cap="flat">
              <a:noFill/>
              <a:miter lim="400000"/>
            </a:ln>
          </a:top>
          <a:bottom>
            <a:ln w="12700" cap="flat">
              <a:noFill/>
              <a:miter lim="400000"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rgbClr val="FFFFFF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noFill/>
              <a:miter lim="400000"/>
            </a:ln>
          </a:left>
          <a:right>
            <a:ln w="12700" cap="flat">
              <a:noFill/>
              <a:miter lim="400000"/>
            </a:ln>
          </a:right>
          <a:top>
            <a:ln w="254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noFill/>
              <a:miter lim="400000"/>
            </a:ln>
          </a:insideH>
          <a:insideV>
            <a:ln w="12700" cap="flat">
              <a:noFill/>
              <a:miter lim="400000"/>
            </a:ln>
          </a:insideV>
        </a:tcBdr>
        <a:fill>
          <a:solidFill>
            <a:schemeClr val="accent1"/>
          </a:solidFill>
        </a:fill>
      </a:tcStyle>
    </a:firstRow>
  </a:tblStyle>
  <a:tblStyle styleId="{33BA23B1-9221-436E-865A-0063620EA4FD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CACACA"/>
          </a:solidFill>
        </a:fill>
      </a:tcStyle>
    </a:wholeTbl>
    <a:band2H>
      <a:tcTxStyle b="def" i="def"/>
      <a:tcStyle>
        <a:tcBdr/>
        <a:fill>
          <a:solidFill>
            <a:srgbClr val="E6E6E6"/>
          </a:solidFill>
        </a:fill>
      </a:tcStyle>
    </a:band2H>
    <a:firstCol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Col>
    <a:la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38100" cap="flat">
              <a:solidFill>
                <a:srgbClr val="FFFFFF"/>
              </a:solidFill>
              <a:prstDash val="solid"/>
              <a:round/>
            </a:ln>
          </a:top>
          <a:bottom>
            <a:ln w="127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lastRow>
    <a:firstRow>
      <a:tcTxStyle b="on" i="off">
        <a:fontRef idx="major">
          <a:srgbClr val="FFFFFF"/>
        </a:fontRef>
        <a:srgbClr val="FFFFFF"/>
      </a:tcTxStyle>
      <a:tcStyle>
        <a:tcBdr>
          <a:left>
            <a:ln w="12700" cap="flat">
              <a:solidFill>
                <a:srgbClr val="FFFFFF"/>
              </a:solidFill>
              <a:prstDash val="solid"/>
              <a:round/>
            </a:ln>
          </a:left>
          <a:right>
            <a:ln w="12700" cap="flat">
              <a:solidFill>
                <a:srgbClr val="FFFFFF"/>
              </a:solidFill>
              <a:prstDash val="solid"/>
              <a:round/>
            </a:ln>
          </a:right>
          <a:top>
            <a:ln w="12700" cap="flat">
              <a:solidFill>
                <a:srgbClr val="FFFFFF"/>
              </a:solidFill>
              <a:prstDash val="solid"/>
              <a:round/>
            </a:ln>
          </a:top>
          <a:bottom>
            <a:ln w="38100" cap="flat">
              <a:solidFill>
                <a:srgbClr val="FFFFFF"/>
              </a:solidFill>
              <a:prstDash val="solid"/>
              <a:round/>
            </a:ln>
          </a:bottom>
          <a:insideH>
            <a:ln w="12700" cap="flat">
              <a:solidFill>
                <a:srgbClr val="FFFFFF"/>
              </a:solidFill>
              <a:prstDash val="solid"/>
              <a:round/>
            </a:ln>
          </a:insideH>
          <a:insideV>
            <a:ln w="12700" cap="flat">
              <a:solidFill>
                <a:srgbClr val="FFFFFF"/>
              </a:solidFill>
              <a:prstDash val="solid"/>
              <a:round/>
            </a:ln>
          </a:insideV>
        </a:tcBdr>
        <a:fill>
          <a:solidFill>
            <a:srgbClr val="000000"/>
          </a:solidFill>
        </a:fill>
      </a:tcStyle>
    </a:firstRow>
  </a:tblStyle>
  <a:tblStyle styleId="{2708684C-4D16-4618-839F-0558EEFCDFE6}" styleName="">
    <a:tblBg/>
    <a:wholeTbl>
      <a:tcTxStyle b="off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wholeTbl>
    <a:band2H>
      <a:tcTxStyle b="def" i="def"/>
      <a:tcStyle>
        <a:tcBdr/>
        <a:fill>
          <a:solidFill>
            <a:srgbClr val="FFFFFF"/>
          </a:solidFill>
        </a:fill>
      </a:tcStyle>
    </a:band2H>
    <a:firstCol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solidFill>
            <a:srgbClr val="000000">
              <a:alpha val="20000"/>
            </a:srgbClr>
          </a:solidFill>
        </a:fill>
      </a:tcStyle>
    </a:firstCol>
    <a:la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50800" cap="flat">
              <a:solidFill>
                <a:srgbClr val="000000"/>
              </a:solidFill>
              <a:prstDash val="solid"/>
              <a:round/>
            </a:ln>
          </a:top>
          <a:bottom>
            <a:ln w="127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lastRow>
    <a:firstRow>
      <a:tcTxStyle b="on" i="off">
        <a:fontRef idx="major">
          <a:srgbClr val="000000"/>
        </a:fontRef>
        <a:srgbClr val="000000"/>
      </a:tcTxStyle>
      <a:tcStyle>
        <a:tcBdr>
          <a:left>
            <a:ln w="12700" cap="flat">
              <a:solidFill>
                <a:srgbClr val="000000"/>
              </a:solidFill>
              <a:prstDash val="solid"/>
              <a:round/>
            </a:ln>
          </a:left>
          <a:right>
            <a:ln w="12700" cap="flat">
              <a:solidFill>
                <a:srgbClr val="000000"/>
              </a:solidFill>
              <a:prstDash val="solid"/>
              <a:round/>
            </a:ln>
          </a:right>
          <a:top>
            <a:ln w="12700" cap="flat">
              <a:solidFill>
                <a:srgbClr val="000000"/>
              </a:solidFill>
              <a:prstDash val="solid"/>
              <a:round/>
            </a:ln>
          </a:top>
          <a:bottom>
            <a:ln w="25400" cap="flat">
              <a:solidFill>
                <a:srgbClr val="000000"/>
              </a:solidFill>
              <a:prstDash val="solid"/>
              <a:round/>
            </a:ln>
          </a:bottom>
          <a:insideH>
            <a:ln w="12700" cap="flat">
              <a:solidFill>
                <a:srgbClr val="000000"/>
              </a:solidFill>
              <a:prstDash val="solid"/>
              <a:round/>
            </a:ln>
          </a:insideH>
          <a:insideV>
            <a:ln w="12700" cap="flat">
              <a:solidFill>
                <a:srgbClr val="000000"/>
              </a:solidFill>
              <a:prstDash val="solid"/>
              <a:round/>
            </a:ln>
          </a:insideV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Comments="1"/>
</file>

<file path=ppt/_rels/presentation.xml.rels><?xml version="1.0" encoding="UTF-8"?>
<Relationships xmlns="http://schemas.openxmlformats.org/package/2006/relationships"><Relationship Id="rId1" Type="http://schemas.openxmlformats.org/officeDocument/2006/relationships/presProps" Target="presProps.xml"/><Relationship Id="rId2" Type="http://schemas.openxmlformats.org/officeDocument/2006/relationships/viewProps" Target="viewProps.xml"/><Relationship Id="rId3" Type="http://schemas.openxmlformats.org/officeDocument/2006/relationships/commentAuthors" Target="commentAuthors.xml"/><Relationship Id="rId4" Type="http://schemas.openxmlformats.org/officeDocument/2006/relationships/tableStyles" Target="tableStyles.xml"/><Relationship Id="rId5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/Relationships>
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</Relationships>
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Shape 67"/>
          <p:cNvSpPr/>
          <p:nvPr>
            <p:ph type="sldImg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  <p:sp>
        <p:nvSpPr>
          <p:cNvPr id="68" name="Shape 68"/>
          <p:cNvSpPr/>
          <p:nvPr>
            <p:ph type="body" sz="quarter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/>
          <a:lstStyle/>
          <a:p>
            <a:p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latinLnBrk="0">
      <a:defRPr sz="1400">
        <a:latin typeface="+mj-lt"/>
        <a:ea typeface="+mj-ea"/>
        <a:cs typeface="+mj-cs"/>
        <a:sym typeface="Arial"/>
      </a:defRPr>
    </a:lvl1pPr>
    <a:lvl2pPr indent="228600" latinLnBrk="0">
      <a:defRPr sz="1400">
        <a:latin typeface="+mj-lt"/>
        <a:ea typeface="+mj-ea"/>
        <a:cs typeface="+mj-cs"/>
        <a:sym typeface="Arial"/>
      </a:defRPr>
    </a:lvl2pPr>
    <a:lvl3pPr indent="457200" latinLnBrk="0">
      <a:defRPr sz="1400">
        <a:latin typeface="+mj-lt"/>
        <a:ea typeface="+mj-ea"/>
        <a:cs typeface="+mj-cs"/>
        <a:sym typeface="Arial"/>
      </a:defRPr>
    </a:lvl3pPr>
    <a:lvl4pPr indent="685800" latinLnBrk="0">
      <a:defRPr sz="1400">
        <a:latin typeface="+mj-lt"/>
        <a:ea typeface="+mj-ea"/>
        <a:cs typeface="+mj-cs"/>
        <a:sym typeface="Arial"/>
      </a:defRPr>
    </a:lvl4pPr>
    <a:lvl5pPr indent="914400" latinLnBrk="0">
      <a:defRPr sz="1400">
        <a:latin typeface="+mj-lt"/>
        <a:ea typeface="+mj-ea"/>
        <a:cs typeface="+mj-cs"/>
        <a:sym typeface="Arial"/>
      </a:defRPr>
    </a:lvl5pPr>
    <a:lvl6pPr indent="1143000" latinLnBrk="0">
      <a:defRPr sz="1400">
        <a:latin typeface="+mj-lt"/>
        <a:ea typeface="+mj-ea"/>
        <a:cs typeface="+mj-cs"/>
        <a:sym typeface="Arial"/>
      </a:defRPr>
    </a:lvl6pPr>
    <a:lvl7pPr indent="1371600" latinLnBrk="0">
      <a:defRPr sz="1400">
        <a:latin typeface="+mj-lt"/>
        <a:ea typeface="+mj-ea"/>
        <a:cs typeface="+mj-cs"/>
        <a:sym typeface="Arial"/>
      </a:defRPr>
    </a:lvl7pPr>
    <a:lvl8pPr indent="1600200" latinLnBrk="0">
      <a:defRPr sz="1400">
        <a:latin typeface="+mj-lt"/>
        <a:ea typeface="+mj-ea"/>
        <a:cs typeface="+mj-cs"/>
        <a:sym typeface="Arial"/>
      </a:defRPr>
    </a:lvl8pPr>
    <a:lvl9pPr indent="1828800" latinLnBrk="0">
      <a:defRPr sz="1400">
        <a:latin typeface="+mj-lt"/>
        <a:ea typeface="+mj-ea"/>
        <a:cs typeface="+mj-cs"/>
        <a:sym typeface="Arial"/>
      </a:defRPr>
    </a:lvl9pPr>
  </p:notesStyle>
</p:notesMaster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/Relationships>
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標題及文字">
    <p:bg>
      <p:bgPr>
        <a:solidFill>
          <a:srgbClr val="00FF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大標題文字"/>
          <p:cNvSpPr txBox="1"/>
          <p:nvPr>
            <p:ph type="title"/>
          </p:nvPr>
        </p:nvSpPr>
        <p:spPr>
          <a:xfrm>
            <a:off x="0" y="264714"/>
            <a:ext cx="12192000" cy="3164286"/>
          </a:xfrm>
          <a:prstGeom prst="rect">
            <a:avLst/>
          </a:prstGeom>
        </p:spPr>
        <p:txBody>
          <a:bodyPr anchor="t"/>
          <a:lstStyle>
            <a:lvl1pPr algn="ctr">
              <a:defRPr sz="6600">
                <a:solidFill>
                  <a:srgbClr val="FFFF00"/>
                </a:solidFill>
              </a:defRPr>
            </a:lvl1pPr>
          </a:lstStyle>
          <a:p>
            <a:pPr/>
            <a:r>
              <a:t>大標題文字</a:t>
            </a:r>
          </a:p>
        </p:txBody>
      </p:sp>
      <p:sp>
        <p:nvSpPr>
          <p:cNvPr id="12" name="內文層級一…"/>
          <p:cNvSpPr txBox="1"/>
          <p:nvPr>
            <p:ph type="body" sz="quarter" idx="1"/>
          </p:nvPr>
        </p:nvSpPr>
        <p:spPr>
          <a:xfrm>
            <a:off x="0" y="0"/>
            <a:ext cx="3000001" cy="3000001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marL="228600" algn="ctr">
              <a:lnSpc>
                <a:spcPct val="90000"/>
              </a:lnSpc>
              <a:spcBef>
                <a:spcPts val="1000"/>
              </a:spcBef>
              <a:defRPr b="1" sz="100">
                <a:solidFill>
                  <a:srgbClr val="FFE389"/>
                </a:solidFill>
              </a:defRPr>
            </a:lvl1pPr>
            <a:lvl2pPr marL="549275" indent="-15875" algn="ctr">
              <a:lnSpc>
                <a:spcPct val="90000"/>
              </a:lnSpc>
              <a:spcBef>
                <a:spcPts val="1000"/>
              </a:spcBef>
              <a:buSzPts val="100"/>
              <a:buChar char="•"/>
              <a:defRPr b="1" sz="100">
                <a:solidFill>
                  <a:srgbClr val="FFE389"/>
                </a:solidFill>
              </a:defRPr>
            </a:lvl2pPr>
            <a:lvl3pPr marL="1033780" indent="-17780" algn="ctr">
              <a:lnSpc>
                <a:spcPct val="90000"/>
              </a:lnSpc>
              <a:spcBef>
                <a:spcPts val="1000"/>
              </a:spcBef>
              <a:buSzPts val="100"/>
              <a:buChar char="•"/>
              <a:defRPr b="1" sz="100">
                <a:solidFill>
                  <a:srgbClr val="FFE389"/>
                </a:solidFill>
              </a:defRPr>
            </a:lvl3pPr>
            <a:lvl4pPr marL="1504950" indent="-19050" algn="ctr">
              <a:lnSpc>
                <a:spcPct val="90000"/>
              </a:lnSpc>
              <a:spcBef>
                <a:spcPts val="1000"/>
              </a:spcBef>
              <a:buSzPts val="100"/>
              <a:buChar char="•"/>
              <a:defRPr b="1" sz="100">
                <a:solidFill>
                  <a:srgbClr val="FFE389"/>
                </a:solidFill>
              </a:defRPr>
            </a:lvl4pPr>
            <a:lvl5pPr marL="1962150" indent="-19050" algn="ctr">
              <a:lnSpc>
                <a:spcPct val="90000"/>
              </a:lnSpc>
              <a:spcBef>
                <a:spcPts val="1000"/>
              </a:spcBef>
              <a:buSzPts val="100"/>
              <a:buChar char="•"/>
              <a:defRPr b="1" sz="100">
                <a:solidFill>
                  <a:srgbClr val="FFE389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13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標題投影片">
    <p:bg>
      <p:bgPr>
        <a:solidFill>
          <a:srgbClr val="00FF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內文層級一…"/>
          <p:cNvSpPr txBox="1"/>
          <p:nvPr>
            <p:ph type="body" sz="half" idx="1"/>
          </p:nvPr>
        </p:nvSpPr>
        <p:spPr>
          <a:xfrm>
            <a:off x="839416" y="277629"/>
            <a:ext cx="11189136" cy="2647315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algn="ctr">
              <a:defRPr b="1" sz="4800">
                <a:solidFill>
                  <a:srgbClr val="FFFFFF"/>
                </a:solidFill>
              </a:defRPr>
            </a:lvl1pPr>
            <a:lvl2pPr algn="ctr">
              <a:defRPr b="1" sz="4800">
                <a:solidFill>
                  <a:srgbClr val="FFFFFF"/>
                </a:solidFill>
              </a:defRPr>
            </a:lvl2pPr>
            <a:lvl3pPr algn="ctr">
              <a:defRPr b="1" sz="4800">
                <a:solidFill>
                  <a:srgbClr val="FFFFFF"/>
                </a:solidFill>
              </a:defRPr>
            </a:lvl3pPr>
            <a:lvl4pPr algn="ctr">
              <a:defRPr b="1" sz="4800">
                <a:solidFill>
                  <a:srgbClr val="FFFFFF"/>
                </a:solidFill>
              </a:defRPr>
            </a:lvl4pPr>
            <a:lvl5pPr algn="ctr">
              <a:defRPr b="1" sz="4800">
                <a:solidFill>
                  <a:srgbClr val="FFFFFF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21" name="大標題文字"/>
          <p:cNvSpPr txBox="1"/>
          <p:nvPr>
            <p:ph type="title"/>
          </p:nvPr>
        </p:nvSpPr>
        <p:spPr>
          <a:xfrm>
            <a:off x="2999656" y="1988840"/>
            <a:ext cx="9090745" cy="936105"/>
          </a:xfrm>
          <a:prstGeom prst="rect">
            <a:avLst/>
          </a:prstGeom>
        </p:spPr>
        <p:txBody>
          <a:bodyPr/>
          <a:lstStyle>
            <a:lvl1pPr algn="r">
              <a:lnSpc>
                <a:spcPct val="133333"/>
              </a:lnSpc>
              <a:defRPr sz="4800">
                <a:solidFill>
                  <a:srgbClr val="FFFF00"/>
                </a:solidFill>
              </a:defRPr>
            </a:lvl1pPr>
          </a:lstStyle>
          <a:p>
            <a:pPr/>
            <a:r>
              <a:t>大標題文字</a:t>
            </a:r>
          </a:p>
        </p:txBody>
      </p:sp>
      <p:sp>
        <p:nvSpPr>
          <p:cNvPr id="22" name="Google Shape;17;p3"/>
          <p:cNvSpPr txBox="1"/>
          <p:nvPr>
            <p:ph type="body" sz="quarter" idx="21"/>
          </p:nvPr>
        </p:nvSpPr>
        <p:spPr>
          <a:xfrm>
            <a:off x="8071" y="277629"/>
            <a:ext cx="1047370" cy="2647315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/>
          <a:p>
            <a:pPr marL="228600" algn="ctr">
              <a:defRPr b="1" sz="3200">
                <a:solidFill>
                  <a:srgbClr val="FFFF00"/>
                </a:solidFill>
              </a:defRPr>
            </a:pPr>
          </a:p>
        </p:txBody>
      </p:sp>
      <p:sp>
        <p:nvSpPr>
          <p:cNvPr id="23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1_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大標題文字"/>
          <p:cNvSpPr txBox="1"/>
          <p:nvPr>
            <p:ph type="title"/>
          </p:nvPr>
        </p:nvSpPr>
        <p:spPr>
          <a:prstGeom prst="rect">
            <a:avLst/>
          </a:prstGeom>
        </p:spPr>
        <p:txBody>
          <a:bodyPr/>
          <a:lstStyle/>
          <a:p>
            <a:pPr/>
            <a:r>
              <a:t>大標題文字</a:t>
            </a:r>
          </a:p>
        </p:txBody>
      </p:sp>
      <p:sp>
        <p:nvSpPr>
          <p:cNvPr id="3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1_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內文層級一…"/>
          <p:cNvSpPr txBox="1"/>
          <p:nvPr>
            <p:ph type="body" sz="quarter" idx="1"/>
          </p:nvPr>
        </p:nvSpPr>
        <p:spPr>
          <a:xfrm>
            <a:off x="191344" y="1124744"/>
            <a:ext cx="1091664" cy="1910969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marL="228600" algn="ctr">
              <a:defRPr b="1" baseline="30000" sz="5400">
                <a:solidFill>
                  <a:srgbClr val="FFFF00"/>
                </a:solidFill>
              </a:defRPr>
            </a:lvl1pPr>
            <a:lvl2pPr marL="228600" indent="457200" algn="ctr">
              <a:defRPr b="1" baseline="30000" sz="5400">
                <a:solidFill>
                  <a:srgbClr val="FFFF00"/>
                </a:solidFill>
              </a:defRPr>
            </a:lvl2pPr>
            <a:lvl3pPr marL="228600" indent="914400" algn="ctr">
              <a:defRPr b="1" baseline="30000" sz="5400">
                <a:solidFill>
                  <a:srgbClr val="FFFF00"/>
                </a:solidFill>
              </a:defRPr>
            </a:lvl3pPr>
            <a:lvl4pPr marL="228600" indent="1371600" algn="ctr">
              <a:defRPr b="1" baseline="30000" sz="5400">
                <a:solidFill>
                  <a:srgbClr val="FFFF00"/>
                </a:solidFill>
              </a:defRPr>
            </a:lvl4pPr>
            <a:lvl5pPr marL="228600" indent="1828800" algn="ctr">
              <a:defRPr b="1" baseline="30000" sz="5400">
                <a:solidFill>
                  <a:srgbClr val="FFFF00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39" name="大標題文字"/>
          <p:cNvSpPr txBox="1"/>
          <p:nvPr>
            <p:ph type="title"/>
          </p:nvPr>
        </p:nvSpPr>
        <p:spPr>
          <a:xfrm>
            <a:off x="191344" y="-1692"/>
            <a:ext cx="11593288" cy="937980"/>
          </a:xfrm>
          <a:prstGeom prst="rect">
            <a:avLst/>
          </a:prstGeom>
        </p:spPr>
        <p:txBody>
          <a:bodyPr anchor="b"/>
          <a:lstStyle>
            <a:lvl1pPr>
              <a:defRPr sz="5400">
                <a:solidFill>
                  <a:srgbClr val="FFFF00"/>
                </a:solidFill>
              </a:defRPr>
            </a:lvl1pPr>
          </a:lstStyle>
          <a:p>
            <a:pPr/>
            <a:r>
              <a:t>大標題文字</a:t>
            </a:r>
          </a:p>
        </p:txBody>
      </p:sp>
      <p:sp>
        <p:nvSpPr>
          <p:cNvPr id="40" name="Google Shape;26;p6"/>
          <p:cNvSpPr txBox="1"/>
          <p:nvPr>
            <p:ph type="body" idx="21"/>
          </p:nvPr>
        </p:nvSpPr>
        <p:spPr>
          <a:xfrm>
            <a:off x="1199455" y="936288"/>
            <a:ext cx="10585178" cy="5916032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/>
          <a:p>
            <a:pPr marL="228600">
              <a:defRPr b="1" sz="5400">
                <a:solidFill>
                  <a:srgbClr val="FFFFFF"/>
                </a:solidFill>
              </a:defRPr>
            </a:pPr>
          </a:p>
        </p:txBody>
      </p:sp>
      <p:sp>
        <p:nvSpPr>
          <p:cNvPr id="41" name="Google Shape;27;p6"/>
          <p:cNvSpPr txBox="1"/>
          <p:nvPr>
            <p:ph type="body" sz="quarter" idx="22"/>
          </p:nvPr>
        </p:nvSpPr>
        <p:spPr>
          <a:xfrm>
            <a:off x="983432" y="6079950"/>
            <a:ext cx="7416825" cy="733426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/>
          <a:p>
            <a:pPr marL="228600">
              <a:defRPr b="1" sz="4000">
                <a:solidFill>
                  <a:srgbClr val="FBE4D4"/>
                </a:solidFill>
              </a:defRPr>
            </a:pPr>
          </a:p>
        </p:txBody>
      </p:sp>
      <p:sp>
        <p:nvSpPr>
          <p:cNvPr id="42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自訂版面配置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大標題文字"/>
          <p:cNvSpPr txBox="1"/>
          <p:nvPr>
            <p:ph type="title"/>
          </p:nvPr>
        </p:nvSpPr>
        <p:spPr>
          <a:xfrm>
            <a:off x="479376" y="44625"/>
            <a:ext cx="11233248" cy="864096"/>
          </a:xfrm>
          <a:prstGeom prst="rect">
            <a:avLst/>
          </a:prstGeom>
        </p:spPr>
        <p:txBody>
          <a:bodyPr/>
          <a:lstStyle>
            <a:lvl1pPr>
              <a:lnSpc>
                <a:spcPct val="110000"/>
              </a:lnSpc>
              <a:defRPr>
                <a:solidFill>
                  <a:srgbClr val="FF6161"/>
                </a:solidFill>
              </a:defRPr>
            </a:lvl1pPr>
          </a:lstStyle>
          <a:p>
            <a:pPr/>
            <a:r>
              <a:t>大標題文字</a:t>
            </a:r>
          </a:p>
        </p:txBody>
      </p:sp>
      <p:sp>
        <p:nvSpPr>
          <p:cNvPr id="50" name="內文層級一…"/>
          <p:cNvSpPr txBox="1"/>
          <p:nvPr>
            <p:ph type="body" idx="1"/>
          </p:nvPr>
        </p:nvSpPr>
        <p:spPr>
          <a:xfrm>
            <a:off x="479376" y="908720"/>
            <a:ext cx="11233248" cy="5949280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marL="228600">
              <a:defRPr b="1" sz="5400">
                <a:solidFill>
                  <a:srgbClr val="FFF2CC"/>
                </a:solidFill>
              </a:defRPr>
            </a:lvl1pPr>
            <a:lvl2pPr marL="228600" indent="457200">
              <a:defRPr b="1" sz="5400">
                <a:solidFill>
                  <a:srgbClr val="FFF2CC"/>
                </a:solidFill>
              </a:defRPr>
            </a:lvl2pPr>
            <a:lvl3pPr marL="228600" indent="914400">
              <a:defRPr b="1" sz="5400">
                <a:solidFill>
                  <a:srgbClr val="FFF2CC"/>
                </a:solidFill>
              </a:defRPr>
            </a:lvl3pPr>
            <a:lvl4pPr marL="228600" indent="1371600">
              <a:defRPr b="1" sz="5400">
                <a:solidFill>
                  <a:srgbClr val="FFF2CC"/>
                </a:solidFill>
              </a:defRPr>
            </a:lvl4pPr>
            <a:lvl5pPr marL="228600" indent="1828800">
              <a:defRPr b="1" sz="5400">
                <a:solidFill>
                  <a:srgbClr val="FFF2CC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5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type="tx" showMasterSp="1" showMasterPhAnim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大標題文字"/>
          <p:cNvSpPr txBox="1"/>
          <p:nvPr>
            <p:ph type="title"/>
          </p:nvPr>
        </p:nvSpPr>
        <p:spPr>
          <a:xfrm>
            <a:off x="623391" y="548679"/>
            <a:ext cx="10945217" cy="2952329"/>
          </a:xfrm>
          <a:prstGeom prst="rect">
            <a:avLst/>
          </a:prstGeom>
        </p:spPr>
        <p:txBody>
          <a:bodyPr/>
          <a:lstStyle>
            <a:lvl1pPr algn="ctr">
              <a:defRPr sz="8800"/>
            </a:lvl1pPr>
          </a:lstStyle>
          <a:p>
            <a:pPr/>
            <a:r>
              <a:t>大標題文字</a:t>
            </a:r>
          </a:p>
        </p:txBody>
      </p:sp>
      <p:sp>
        <p:nvSpPr>
          <p:cNvPr id="59" name="內文層級一…"/>
          <p:cNvSpPr txBox="1"/>
          <p:nvPr>
            <p:ph type="body" sz="half" idx="1"/>
          </p:nvPr>
        </p:nvSpPr>
        <p:spPr>
          <a:xfrm>
            <a:off x="2999656" y="3861046"/>
            <a:ext cx="7884369" cy="2852738"/>
          </a:xfrm>
          <a:prstGeom prst="rect">
            <a:avLst/>
          </a:prstGeom>
        </p:spPr>
        <p:txBody>
          <a:bodyPr lIns="45699" tIns="45699" rIns="45699" bIns="45699">
            <a:normAutofit fontScale="100000" lnSpcReduction="0"/>
          </a:bodyPr>
          <a:lstStyle>
            <a:lvl1pPr marL="228600">
              <a:lnSpc>
                <a:spcPct val="110000"/>
              </a:lnSpc>
              <a:defRPr b="1" sz="4000">
                <a:solidFill>
                  <a:srgbClr val="FFFFFF"/>
                </a:solidFill>
              </a:defRPr>
            </a:lvl1pPr>
            <a:lvl2pPr marL="228600" indent="457200">
              <a:lnSpc>
                <a:spcPct val="110000"/>
              </a:lnSpc>
              <a:defRPr b="1" sz="4000">
                <a:solidFill>
                  <a:srgbClr val="FFFFFF"/>
                </a:solidFill>
              </a:defRPr>
            </a:lvl2pPr>
            <a:lvl3pPr marL="228600" indent="914400">
              <a:lnSpc>
                <a:spcPct val="110000"/>
              </a:lnSpc>
              <a:defRPr b="1" sz="4000">
                <a:solidFill>
                  <a:srgbClr val="FFFFFF"/>
                </a:solidFill>
              </a:defRPr>
            </a:lvl3pPr>
            <a:lvl4pPr marL="228600" indent="1371600">
              <a:lnSpc>
                <a:spcPct val="110000"/>
              </a:lnSpc>
              <a:defRPr b="1" sz="4000">
                <a:solidFill>
                  <a:srgbClr val="FFFFFF"/>
                </a:solidFill>
              </a:defRPr>
            </a:lvl4pPr>
            <a:lvl5pPr marL="228600" indent="1828800">
              <a:lnSpc>
                <a:spcPct val="110000"/>
              </a:lnSpc>
              <a:defRPr b="1" sz="4000">
                <a:solidFill>
                  <a:srgbClr val="FFFFFF"/>
                </a:solidFill>
              </a:defRPr>
            </a:lvl5pPr>
          </a:lstStyle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60" name="Google Shape;34;p8"/>
          <p:cNvSpPr txBox="1"/>
          <p:nvPr/>
        </p:nvSpPr>
        <p:spPr>
          <a:xfrm>
            <a:off x="1389196" y="3861047"/>
            <a:ext cx="1492727" cy="31495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>
            <a:spAutoFit/>
          </a:bodyPr>
          <a:lstStyle/>
          <a:p>
            <a:pPr>
              <a:lnSpc>
                <a:spcPct val="110000"/>
              </a:lnSpc>
              <a:defRPr b="1" sz="4000">
                <a:solidFill>
                  <a:srgbClr val="FFFFFF"/>
                </a:solidFill>
              </a:defRPr>
            </a:pPr>
            <a:r>
              <a:t>講員：</a:t>
            </a:r>
          </a:p>
          <a:p>
            <a:pPr>
              <a:lnSpc>
                <a:spcPct val="110000"/>
              </a:lnSpc>
              <a:defRPr b="1" sz="4000">
                <a:solidFill>
                  <a:srgbClr val="FFFFFF"/>
                </a:solidFill>
              </a:defRPr>
            </a:pPr>
            <a:r>
              <a:t>經文：</a:t>
            </a:r>
          </a:p>
        </p:txBody>
      </p:sp>
      <p:sp>
        <p:nvSpPr>
          <p:cNvPr id="61" name="幻燈片編號"/>
          <p:cNvSpPr txBox="1"/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pPr/>
            <a:fld id="{86CB4B4D-7CA3-9044-876B-883B54F8677D}" type="slidenum"/>
          </a:p>
        </p:txBody>
      </p:sp>
    </p:spTree>
  </p:cSld>
  <p:clrMapOvr>
    <a:masterClrMapping/>
  </p:clrMapOvr>
  <p:transition xmlns:p14="http://schemas.microsoft.com/office/powerpoint/2010/main" spd="med" advClick="1"/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/Relationships>
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>
  <p:cSld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大標題文字"/>
          <p:cNvSpPr txBox="1"/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699" tIns="45699" rIns="45699" bIns="45699" anchor="ctr">
            <a:normAutofit fontScale="100000" lnSpcReduction="0"/>
          </a:bodyPr>
          <a:lstStyle/>
          <a:p>
            <a:pPr/>
            <a:r>
              <a:t>大標題文字</a:t>
            </a:r>
          </a:p>
        </p:txBody>
      </p:sp>
      <p:sp>
        <p:nvSpPr>
          <p:cNvPr id="3" name="內文層級一…"/>
          <p:cNvSpPr txBox="1"/>
          <p:nvPr>
            <p:ph type="body" idx="1"/>
          </p:nvPr>
        </p:nvSpPr>
        <p:spPr>
          <a:xfrm>
            <a:off x="609600" y="1600200"/>
            <a:ext cx="10972800" cy="45259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 lIns="45719" rIns="45719"/>
          <a:lstStyle/>
          <a:p>
            <a:pPr/>
            <a:r>
              <a:t>內文層級一</a:t>
            </a:r>
          </a:p>
          <a:p>
            <a:pPr lvl="1"/>
            <a:r>
              <a:t>內文層級二</a:t>
            </a:r>
          </a:p>
          <a:p>
            <a:pPr lvl="2"/>
            <a:r>
              <a:t>內文層級三</a:t>
            </a:r>
          </a:p>
          <a:p>
            <a:pPr lvl="3"/>
            <a:r>
              <a:t>內文層級四</a:t>
            </a:r>
          </a:p>
          <a:p>
            <a:pPr lvl="4"/>
            <a:r>
              <a:t>內文層級五</a:t>
            </a:r>
          </a:p>
        </p:txBody>
      </p:sp>
      <p:sp>
        <p:nvSpPr>
          <p:cNvPr id="4" name="幻燈片編號"/>
          <p:cNvSpPr txBox="1"/>
          <p:nvPr>
            <p:ph type="sldNum" sz="quarter" idx="2"/>
          </p:nvPr>
        </p:nvSpPr>
        <p:spPr>
          <a:xfrm>
            <a:off x="5892800" y="6172200"/>
            <a:ext cx="2844800" cy="368301"/>
          </a:xfrm>
          <a:prstGeom prst="rect">
            <a:avLst/>
          </a:prstGeom>
          <a:ln w="12700">
            <a:miter lim="400000"/>
          </a:ln>
        </p:spPr>
        <p:txBody>
          <a:bodyPr wrap="none" lIns="45719" rIns="45719" anchor="ctr">
            <a:spAutoFit/>
          </a:bodyPr>
          <a:lstStyle>
            <a:lvl1pPr algn="r">
              <a:defRPr sz="1200"/>
            </a:lvl1pPr>
          </a:lstStyle>
          <a:p>
            <a:pPr/>
            <a:fld id="{86CB4B4D-7CA3-9044-876B-883B54F8677D}" type="slidenum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transition xmlns:p14="http://schemas.microsoft.com/office/powerpoint/2010/main" spd="med" advClick="1"/>
  <p:txStyles>
    <p:title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1" baseline="0" cap="none" i="0" spc="0" strike="noStrike" sz="6000" u="none">
          <a:solidFill>
            <a:srgbClr val="FFFFFF"/>
          </a:solidFill>
          <a:uFillTx/>
          <a:latin typeface="+mj-lt"/>
          <a:ea typeface="+mj-ea"/>
          <a:cs typeface="+mj-cs"/>
          <a:sym typeface="Arial"/>
        </a:defRPr>
      </a:lvl9pPr>
    </p:titleStyle>
    <p:bodyStyle>
      <a:lvl1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1pPr>
      <a:lvl2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2pPr>
      <a:lvl3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3pPr>
      <a:lvl4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4pPr>
      <a:lvl5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5pPr>
      <a:lvl6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6pPr>
      <a:lvl7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7pPr>
      <a:lvl8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8pPr>
      <a:lvl9pPr marL="0" marR="0" indent="0" algn="l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400" u="none">
          <a:solidFill>
            <a:srgbClr val="000000"/>
          </a:solidFill>
          <a:uFillTx/>
          <a:latin typeface="+mj-lt"/>
          <a:ea typeface="+mj-ea"/>
          <a:cs typeface="+mj-cs"/>
          <a:sym typeface="Arial"/>
        </a:defRPr>
      </a:lvl9pPr>
    </p:bodyStyle>
    <p:otherStyle>
      <a:lvl1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1pPr>
      <a:lvl2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2pPr>
      <a:lvl3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3pPr>
      <a:lvl4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4pPr>
      <a:lvl5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5pPr>
      <a:lvl6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6pPr>
      <a:lvl7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7pPr>
      <a:lvl8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8pPr>
      <a:lvl9pPr marL="0" marR="0" indent="0" algn="r" defTabSz="914400" rtl="0" latinLnBrk="0">
        <a:lnSpc>
          <a:spcPct val="100000"/>
        </a:lnSpc>
        <a:spcBef>
          <a:spcPts val="0"/>
        </a:spcBef>
        <a:spcAft>
          <a:spcPts val="0"/>
        </a:spcAft>
        <a:buClrTx/>
        <a:buSzTx/>
        <a:buFontTx/>
        <a:buNone/>
        <a:tabLst/>
        <a:defRPr b="0" baseline="0" cap="none" i="0" spc="0" strike="noStrike" sz="1200" u="none">
          <a:solidFill>
            <a:schemeClr val="tx1"/>
          </a:solidFill>
          <a:uFillTx/>
          <a:latin typeface="+mn-lt"/>
          <a:ea typeface="+mn-ea"/>
          <a:cs typeface="+mn-cs"/>
          <a:sym typeface="Arial"/>
        </a:defRPr>
      </a:lvl9pPr>
    </p:otherStyle>
  </p:txStyles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4.xml"/>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a14="http://schemas.microsoft.com/office/drawing/2010/main" showMasterSp="1" showMasterPhAnim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40;p9"/>
          <p:cNvSpPr txBox="1"/>
          <p:nvPr>
            <p:ph type="body" sz="quarter" idx="1"/>
          </p:nvPr>
        </p:nvSpPr>
        <p:spPr>
          <a:xfrm>
            <a:off x="191344" y="1124744"/>
            <a:ext cx="1091664" cy="1910969"/>
          </a:xfrm>
          <a:prstGeom prst="rect">
            <a:avLst/>
          </a:prstGeom>
        </p:spPr>
        <p:txBody>
          <a:bodyPr/>
          <a:lstStyle>
            <a:lvl1pPr marL="0"/>
          </a:lstStyle>
          <a:p>
            <a:pPr/>
            <a:r>
              <a:t>11</a:t>
            </a:r>
          </a:p>
        </p:txBody>
      </p:sp>
      <p:sp>
        <p:nvSpPr>
          <p:cNvPr id="71" name="Google Shape;41;p9"/>
          <p:cNvSpPr txBox="1"/>
          <p:nvPr>
            <p:ph type="title"/>
          </p:nvPr>
        </p:nvSpPr>
        <p:spPr>
          <a:xfrm>
            <a:off x="191343" y="-1691"/>
            <a:ext cx="11593290" cy="937979"/>
          </a:xfrm>
          <a:prstGeom prst="rect">
            <a:avLst/>
          </a:prstGeom>
        </p:spPr>
        <p:txBody>
          <a:bodyPr/>
          <a:lstStyle>
            <a:lvl1pPr defTabSz="813816">
              <a:defRPr sz="4806"/>
            </a:lvl1pPr>
          </a:lstStyle>
          <a:p>
            <a:pPr/>
            <a:r>
              <a:t>撒母耳記下 1:11-14</a:t>
            </a:r>
          </a:p>
        </p:txBody>
      </p:sp>
      <p:sp>
        <p:nvSpPr>
          <p:cNvPr id="72" name="Google Shape;42;p9"/>
          <p:cNvSpPr txBox="1"/>
          <p:nvPr>
            <p:ph type="body" idx="21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>
              <a:defRPr b="1" sz="5400">
                <a:solidFill>
                  <a:srgbClr val="FFFFFF"/>
                </a:solidFill>
              </a:defRPr>
            </a:lvl1pPr>
          </a:lstStyle>
          <a:p>
            <a:pPr/>
            <a:r>
              <a:t>大衛就撕裂衣服，跟隨他的人也是如此，</a:t>
            </a:r>
          </a:p>
        </p:txBody>
      </p:sp>
      <p:sp>
        <p:nvSpPr>
          <p:cNvPr id="73" name="Google Shape;43;p9"/>
          <p:cNvSpPr txBox="1"/>
          <p:nvPr>
            <p:ph type="body" idx="22"/>
          </p:nvPr>
        </p:nvSpPr>
        <p:spPr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1"/>
            </a:ext>
          </a:extLst>
        </p:spPr>
        <p:txBody>
          <a:bodyPr/>
          <a:lstStyle>
            <a:lvl1pPr defTabSz="832104">
              <a:defRPr b="1" sz="3640">
                <a:solidFill>
                  <a:srgbClr val="FBE4D4"/>
                </a:solidFill>
              </a:defRPr>
            </a:lvl1pPr>
          </a:lstStyle>
          <a:p>
            <a:pPr/>
            <a:r>
              <a:t>(和合本修訂版RCUV)</a:t>
            </a:r>
          </a:p>
        </p:txBody>
      </p:sp>
    </p:spTree>
  </p:cSld>
  <p:clrMapOvr>
    <a:masterClrMapping/>
  </p:clrMapOvr>
  <p:transition xmlns:p14="http://schemas.microsoft.com/office/powerpoint/2010/main" spd="med" advClick="1"/>
</p:sld>
</file>

<file path=ppt/theme/theme1.xml><?xml version="1.0" encoding="utf-8"?>
<a:theme xmlns:a="http://schemas.openxmlformats.org/drawingml/2006/main" xmlns:r="http://schemas.openxmlformats.org/officeDocument/2006/relationships" name="佈景主題1">
  <a:themeElements>
    <a:clrScheme name="佈景主題1">
      <a:dk1>
        <a:srgbClr val="000000"/>
      </a:dk1>
      <a:lt1>
        <a:srgbClr val="00FF00"/>
      </a:lt1>
      <a:dk2>
        <a:srgbClr val="A7A7A7"/>
      </a:dk2>
      <a:lt2>
        <a:srgbClr val="535353"/>
      </a:lt2>
      <a:accent1>
        <a:srgbClr val="F5D9D3"/>
      </a:accent1>
      <a:accent2>
        <a:srgbClr val="F6E8D5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000FF"/>
      </a:hlink>
      <a:folHlink>
        <a:srgbClr val="FF00FF"/>
      </a:folHlink>
    </a:clrScheme>
    <a:fontScheme name="佈景主題1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佈景主題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ppt/theme/theme2.xml><?xml version="1.0" encoding="utf-8"?>
<a:theme xmlns:a="http://schemas.openxmlformats.org/drawingml/2006/main" xmlns:r="http://schemas.openxmlformats.org/officeDocument/2006/relationships" name="佈景主題1">
  <a:themeElements>
    <a:clrScheme name="佈景主題1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5D9D3"/>
      </a:accent1>
      <a:accent2>
        <a:srgbClr val="F6E8D5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000FF"/>
      </a:hlink>
      <a:folHlink>
        <a:srgbClr val="FF00FF"/>
      </a:folHlink>
    </a:clrScheme>
    <a:fontScheme name="佈景主題1">
      <a:majorFont>
        <a:latin typeface="Arial"/>
        <a:ea typeface="Arial"/>
        <a:cs typeface="Arial"/>
      </a:majorFont>
      <a:minorFont>
        <a:latin typeface="Helvetica"/>
        <a:ea typeface="Helvetica"/>
        <a:cs typeface="Helvetica"/>
      </a:minorFont>
    </a:fontScheme>
    <a:fmtScheme name="佈景主題1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29999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4999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sx="100000" sy="100000" kx="0" ky="0" algn="b" rotWithShape="0" blurRad="38100" dist="20000" dir="5400000">
              <a:srgbClr val="000000">
                <a:alpha val="38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FFFFFF"/>
        </a:solidFill>
        <a:ln w="25400" cap="flat">
          <a:solidFill>
            <a:schemeClr val="accent1"/>
          </a:solidFill>
          <a:prstDash val="solid"/>
          <a:round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spDef>
    <a:lnDef>
      <a:spPr>
        <a:noFill/>
        <a:ln w="25400" cap="flat">
          <a:solidFill>
            <a:schemeClr val="accent1"/>
          </a:solidFill>
          <a:prstDash val="solid"/>
          <a:round/>
        </a:ln>
        <a:effectLst>
          <a:outerShdw sx="100000" sy="100000" kx="0" ky="0" algn="b" rotWithShape="0" blurRad="38100" dist="20000" dir="5400000">
            <a:srgbClr val="000000">
              <a:alpha val="38000"/>
            </a:srgbClr>
          </a:outerShdw>
        </a:effectLst>
        <a:sp3d/>
      </a:spPr>
      <a:bodyPr rot="0" spcFirstLastPara="1" vertOverflow="overflow" horzOverflow="overflow" vert="horz" wrap="square" lIns="91439" tIns="45719" rIns="91439" bIns="45719" numCol="1" spcCol="38100" rtlCol="0" anchor="t" upright="0">
        <a:noAutofit/>
      </a:bodyPr>
      <a:lstStyle>
        <a:def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lnDef>
    <a:txDef>
      <a:spPr>
        <a:noFill/>
        <a:ln w="12700" cap="flat">
          <a:noFill/>
          <a:miter lim="400000"/>
        </a:ln>
        <a:effectLst/>
        <a:sp3d/>
      </a:spPr>
      <a:bodyPr rot="0" spcFirstLastPara="1" vertOverflow="overflow" horzOverflow="overflow" vert="horz" wrap="square" lIns="0" tIns="0" rIns="0" bIns="0" numCol="1" spcCol="38100" rtlCol="0" anchor="t" upright="0">
        <a:spAutoFit/>
      </a:bodyPr>
      <a:lstStyle>
        <a:defPPr marL="0" marR="0" indent="0" algn="l" defTabSz="914400" rtl="0" fontAlgn="auto" latinLnBrk="0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400" u="none" kumimoji="0" normalizeH="0">
            <a:ln>
              <a:noFill/>
            </a:ln>
            <a:solidFill>
              <a:srgbClr val="000000"/>
            </a:solidFill>
            <a:effectLst/>
            <a:uFillTx/>
            <a:latin typeface="+mj-lt"/>
            <a:ea typeface="+mj-ea"/>
            <a:cs typeface="+mj-cs"/>
            <a:sym typeface="Arial"/>
          </a:defRPr>
        </a:defPPr>
        <a:lvl1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1pPr>
        <a:lvl2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2pPr>
        <a:lvl3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3pPr>
        <a:lvl4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4pPr>
        <a:lvl5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5pPr>
        <a:lvl6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6pPr>
        <a:lvl7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7pPr>
        <a:lvl8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8pPr>
        <a:lvl9pPr marL="0" marR="0" indent="0" algn="l" defTabSz="914400" rtl="0" fontAlgn="auto" latinLnBrk="1" hangingPunct="0">
          <a:lnSpc>
            <a:spcPct val="100000"/>
          </a:lnSpc>
          <a:spcBef>
            <a:spcPts val="0"/>
          </a:spcBef>
          <a:spcAft>
            <a:spcPts val="0"/>
          </a:spcAft>
          <a:buClrTx/>
          <a:buSzTx/>
          <a:buFontTx/>
          <a:buNone/>
          <a:tabLst/>
          <a:defRPr b="0" baseline="0" cap="none" i="0" spc="0" strike="noStrike" sz="1800" u="none" kumimoji="0" normalizeH="0">
            <a:ln>
              <a:noFill/>
            </a:ln>
            <a:solidFill>
              <a:srgbClr val="000000"/>
            </a:solidFill>
            <a:effectLst/>
            <a:uFillTx/>
          </a:defRPr>
        </a:lvl9pPr>
      </a:lstStyle>
      <a:style>
        <a:lnRef idx="0"/>
        <a:fillRef idx="0"/>
        <a:effectRef idx="0"/>
        <a:fontRef idx="none"/>
      </a:style>
    </a:txDef>
  </a:objectDefaults>
</a:theme>
</file>

<file path=docProps/app.xml><?xml version="1.0" encoding="utf-8"?>
<Properties xmlns="http://schemas.openxmlformats.org/officeDocument/2006/extended-properties" xmlns:vt="http://schemas.openxmlformats.org/officeDocument/2006/docPropsVTypes"/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/>
</file>