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4" r:id="rId4"/>
    <p:sldMasterId id="2147483655" r:id="rId5"/>
  </p:sldMasterIdLst>
  <p:notesMasterIdLst>
    <p:notesMasterId r:id="rId6"/>
  </p:notesMasterIdLst>
  <p:sldIdLst>
    <p:sldId id="256" r:id="rId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6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659" orient="horz"/>
        <p:guide pos="3840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zh-TW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37" name="Google Shape;37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</a:pPr>
            <a:r>
              <a:t/>
            </a:r>
            <a:endParaRPr/>
          </a:p>
        </p:txBody>
      </p:sp>
      <p:sp>
        <p:nvSpPr>
          <p:cNvPr id="38" name="Google Shape;38;p2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文字">
  <p:cSld name="標題及文字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0" y="264714"/>
            <a:ext cx="12192000" cy="31642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600"/>
              <a:buFont typeface="Arial"/>
              <a:buNone/>
              <a:defRPr sz="6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E389"/>
              </a:buClr>
              <a:buSzPts val="100"/>
              <a:buFont typeface="Arial"/>
              <a:buNone/>
              <a:defRPr b="1" i="0" sz="100" u="none" cap="none" strike="noStrike">
                <a:solidFill>
                  <a:srgbClr val="FFE38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>
  <p:cSld name="標題投影片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839416" y="277629"/>
            <a:ext cx="11189136" cy="2647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  <a:defRPr b="1" i="0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2999656" y="1988840"/>
            <a:ext cx="9090744" cy="9361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2" type="body"/>
          </p:nvPr>
        </p:nvSpPr>
        <p:spPr>
          <a:xfrm>
            <a:off x="8072" y="277629"/>
            <a:ext cx="1047368" cy="2647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Arial"/>
              <a:buNone/>
              <a:defRPr b="1" i="0" sz="32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自訂版面配置">
  <p:cSld name="1_自訂版面配置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投影片">
  <p:cSld name="1_標題投影片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idx="1" type="subTitle"/>
          </p:nvPr>
        </p:nvSpPr>
        <p:spPr>
          <a:xfrm>
            <a:off x="191344" y="1124744"/>
            <a:ext cx="1091664" cy="19109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400"/>
              <a:buNone/>
              <a:defRPr b="1" baseline="30000" i="0" sz="5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6"/>
          <p:cNvSpPr txBox="1"/>
          <p:nvPr>
            <p:ph type="ctrTitle"/>
          </p:nvPr>
        </p:nvSpPr>
        <p:spPr>
          <a:xfrm>
            <a:off x="191344" y="-1691"/>
            <a:ext cx="11593288" cy="93797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400"/>
              <a:buFont typeface="Arial"/>
              <a:buNone/>
              <a:defRPr b="1" i="0" sz="5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2" type="body"/>
          </p:nvPr>
        </p:nvSpPr>
        <p:spPr>
          <a:xfrm>
            <a:off x="1199456" y="936288"/>
            <a:ext cx="10585176" cy="591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  <a:defRPr b="1" i="0" sz="5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7" name="Google Shape;27;p6"/>
          <p:cNvSpPr txBox="1"/>
          <p:nvPr>
            <p:ph idx="3" type="body"/>
          </p:nvPr>
        </p:nvSpPr>
        <p:spPr>
          <a:xfrm>
            <a:off x="983432" y="6079951"/>
            <a:ext cx="7416824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BE4D4"/>
              </a:buClr>
              <a:buSzPts val="4000"/>
              <a:buFont typeface="Arial"/>
              <a:buNone/>
              <a:defRPr sz="4000">
                <a:solidFill>
                  <a:srgbClr val="FBE4D4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自訂版面配置">
  <p:cSld name="自訂版面配置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79376" y="44625"/>
            <a:ext cx="11233248" cy="8640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6161"/>
              </a:buClr>
              <a:buSzPts val="6000"/>
              <a:buFont typeface="Arial"/>
              <a:buNone/>
              <a:defRPr b="1" i="0" sz="6000" u="none" cap="none" strike="noStrike">
                <a:solidFill>
                  <a:srgbClr val="FF616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79376" y="908720"/>
            <a:ext cx="11233248" cy="5949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2CC"/>
              </a:buClr>
              <a:buSzPts val="5400"/>
              <a:buNone/>
              <a:defRPr b="1" i="0" sz="5400" u="none" cap="none" strike="noStrike">
                <a:solidFill>
                  <a:srgbClr val="FFF2CC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>
  <p:cSld name="標題投影片">
    <p:bg>
      <p:bgPr>
        <a:solidFill>
          <a:schemeClr val="dk1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>
            <p:ph type="ctrTitle"/>
          </p:nvPr>
        </p:nvSpPr>
        <p:spPr>
          <a:xfrm>
            <a:off x="623392" y="548680"/>
            <a:ext cx="10945216" cy="2952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00"/>
              <a:buFont typeface="Arial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" type="subTitle"/>
          </p:nvPr>
        </p:nvSpPr>
        <p:spPr>
          <a:xfrm>
            <a:off x="2999656" y="3861047"/>
            <a:ext cx="7884368" cy="28527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  <a:defRPr b="1" sz="4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4" name="Google Shape;34;p8"/>
          <p:cNvSpPr txBox="1"/>
          <p:nvPr/>
        </p:nvSpPr>
        <p:spPr>
          <a:xfrm>
            <a:off x="1343472" y="3861048"/>
            <a:ext cx="1584176" cy="28527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zh-TW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講員：</a:t>
            </a:r>
            <a:endParaRPr b="1" i="0" sz="4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zh-TW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經文：</a:t>
            </a:r>
            <a:endParaRPr b="1" i="0" sz="4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FF00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0" y="264714"/>
            <a:ext cx="12192000" cy="26602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Arial"/>
              <a:buNone/>
              <a:defRPr b="1" i="0" sz="60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Arial"/>
              <a:buNone/>
              <a:defRPr b="1" i="0" sz="6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 b="1" i="0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 b="1" i="0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 b="1" i="0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 b="1" i="0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  <a:defRPr b="1" i="0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0" r:id="rId1"/>
    <p:sldLayoutId id="2147483651" r:id="rId2"/>
    <p:sldLayoutId id="2147483652" r:id="rId3"/>
    <p:sldLayoutId id="2147483653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191344" y="1124744"/>
            <a:ext cx="1091664" cy="19109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400"/>
              <a:buNone/>
            </a:pPr>
            <a:r>
              <a:rPr lang="zh-TW"/>
              <a:t>11</a:t>
            </a:r>
            <a:endParaRPr/>
          </a:p>
        </p:txBody>
      </p:sp>
      <p:sp>
        <p:nvSpPr>
          <p:cNvPr id="41" name="Google Shape;41;p9"/>
          <p:cNvSpPr txBox="1"/>
          <p:nvPr>
            <p:ph type="ctrTitle"/>
          </p:nvPr>
        </p:nvSpPr>
        <p:spPr>
          <a:xfrm>
            <a:off x="191344" y="-1691"/>
            <a:ext cx="11593288" cy="93797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400"/>
              <a:buFont typeface="Arial"/>
              <a:buNone/>
            </a:pPr>
            <a:r>
              <a:rPr lang="zh-TW"/>
              <a:t>撒母耳記下 1:11-14</a:t>
            </a:r>
            <a:endParaRPr/>
          </a:p>
        </p:txBody>
      </p:sp>
      <p:sp>
        <p:nvSpPr>
          <p:cNvPr id="42" name="Google Shape;42;p9"/>
          <p:cNvSpPr txBox="1"/>
          <p:nvPr>
            <p:ph idx="2" type="body"/>
          </p:nvPr>
        </p:nvSpPr>
        <p:spPr>
          <a:xfrm>
            <a:off x="1199456" y="936288"/>
            <a:ext cx="10585176" cy="591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None/>
            </a:pPr>
            <a:r>
              <a:rPr lang="zh-TW"/>
              <a:t>大衛就撕裂衣服，跟隨他的人也是如此，</a:t>
            </a:r>
            <a:endParaRPr/>
          </a:p>
        </p:txBody>
      </p:sp>
      <p:sp>
        <p:nvSpPr>
          <p:cNvPr id="43" name="Google Shape;43;p9"/>
          <p:cNvSpPr txBox="1"/>
          <p:nvPr>
            <p:ph idx="3" type="body"/>
          </p:nvPr>
        </p:nvSpPr>
        <p:spPr>
          <a:xfrm>
            <a:off x="983432" y="6079951"/>
            <a:ext cx="7416824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(和合本修訂版RCUV)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3_自訂設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佈景主題1">
  <a:themeElements>
    <a:clrScheme name="丰恩投影片0702">
      <a:dk1>
        <a:srgbClr val="000000"/>
      </a:dk1>
      <a:lt1>
        <a:srgbClr val="FFFFFF"/>
      </a:lt1>
      <a:dk2>
        <a:srgbClr val="FFFF00"/>
      </a:dk2>
      <a:lt2>
        <a:srgbClr val="FFC000"/>
      </a:lt2>
      <a:accent1>
        <a:srgbClr val="F5D9D3"/>
      </a:accent1>
      <a:accent2>
        <a:srgbClr val="F6E8D5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